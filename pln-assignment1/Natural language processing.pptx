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448" r:id="rId5"/>
    <p:sldId id="2432" r:id="rId6"/>
    <p:sldId id="2464" r:id="rId7"/>
    <p:sldId id="2466" r:id="rId8"/>
    <p:sldId id="2465" r:id="rId9"/>
    <p:sldId id="2471" r:id="rId10"/>
    <p:sldId id="2467" r:id="rId11"/>
    <p:sldId id="2468" r:id="rId12"/>
    <p:sldId id="2472" r:id="rId13"/>
    <p:sldId id="2473" r:id="rId14"/>
  </p:sldIdLst>
  <p:sldSz cx="12192000" cy="6858000"/>
  <p:notesSz cx="6858000" cy="9144000"/>
  <p:defaultTextStyle>
    <a:defPPr rtl="0">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106" d="100"/>
          <a:sy n="106" d="100"/>
        </p:scale>
        <p:origin x="792" y="10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89" d="100"/>
          <a:sy n="89" d="100"/>
        </p:scale>
        <p:origin x="380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PT"/>
          </a:p>
        </p:txBody>
      </p:sp>
      <p:sp>
        <p:nvSpPr>
          <p:cNvPr id="3" name="Marcador de Posição da Data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536149A-070C-43C5-B807-D5BC6144773E}" type="datetime1">
              <a:rPr lang="pt-PT" smtClean="0"/>
              <a:t>12/04/2026</a:t>
            </a:fld>
            <a:endParaRPr lang="pt-PT"/>
          </a:p>
        </p:txBody>
      </p:sp>
      <p:sp>
        <p:nvSpPr>
          <p:cNvPr id="4" name="Marcador de Posição do Rodapé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PT"/>
          </a:p>
        </p:txBody>
      </p:sp>
      <p:sp>
        <p:nvSpPr>
          <p:cNvPr id="5" name="Marcador de Posição do Número do Diapositivo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65AE8BC-2AB3-9E4C-9797-2A6F8A74C74E}" type="slidenum">
              <a:rPr lang="pt-PT" smtClean="0"/>
              <a:t>‹#›</a:t>
            </a:fld>
            <a:endParaRPr lang="pt-PT"/>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PT" noProof="0"/>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E4077AD-A97D-4A2E-9DAA-588CC1614E0F}" type="datetime1">
              <a:rPr lang="pt-PT" noProof="0" smtClean="0"/>
              <a:t>12/04/2026</a:t>
            </a:fld>
            <a:endParaRPr lang="pt-PT" noProof="0"/>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t-PT" noProof="0"/>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PT" noProof="0" dirty="0"/>
              <a:t>Clique para editar os Estilos de texto do modelo global</a:t>
            </a:r>
          </a:p>
          <a:p>
            <a:pPr lvl="1" rtl="0"/>
            <a:r>
              <a:rPr lang="pt-PT" noProof="0" dirty="0"/>
              <a:t>Segundo nível</a:t>
            </a:r>
          </a:p>
          <a:p>
            <a:pPr lvl="2" rtl="0"/>
            <a:r>
              <a:rPr lang="pt-PT" noProof="0" dirty="0"/>
              <a:t>Terceiro nível</a:t>
            </a:r>
          </a:p>
          <a:p>
            <a:pPr lvl="3" rtl="0"/>
            <a:r>
              <a:rPr lang="pt-PT" noProof="0" dirty="0"/>
              <a:t>Quarto nível</a:t>
            </a:r>
          </a:p>
          <a:p>
            <a:pPr lvl="4" rtl="0"/>
            <a:r>
              <a:rPr lang="pt-PT" noProof="0" dirty="0"/>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PT" noProof="0"/>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28B34ED-4CDD-41C9-90F7-D768D5559A6F}" type="slidenum">
              <a:rPr lang="pt-PT" noProof="0" smtClean="0"/>
              <a:t>‹#›</a:t>
            </a:fld>
            <a:endParaRPr lang="pt-PT" noProof="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rtlCol="0"/>
          <a:lstStyle/>
          <a:p>
            <a:pPr rtl="0"/>
            <a:endParaRPr lang="pt-PT"/>
          </a:p>
        </p:txBody>
      </p:sp>
      <p:sp>
        <p:nvSpPr>
          <p:cNvPr id="4" name="Marcador de Posição do Número do Diapositivo 3"/>
          <p:cNvSpPr>
            <a:spLocks noGrp="1"/>
          </p:cNvSpPr>
          <p:nvPr>
            <p:ph type="sldNum" sz="quarter" idx="5"/>
          </p:nvPr>
        </p:nvSpPr>
        <p:spPr/>
        <p:txBody>
          <a:bodyPr rtlCol="0"/>
          <a:lstStyle/>
          <a:p>
            <a:pPr rtl="0"/>
            <a:fld id="{228B34ED-4CDD-41C9-90F7-D768D5559A6F}" type="slidenum">
              <a:rPr lang="pt-PT" smtClean="0"/>
              <a:t>1</a:t>
            </a:fld>
            <a:endParaRPr lang="pt-PT"/>
          </a:p>
        </p:txBody>
      </p:sp>
    </p:spTree>
    <p:extLst>
      <p:ext uri="{BB962C8B-B14F-4D97-AF65-F5344CB8AC3E}">
        <p14:creationId xmlns:p14="http://schemas.microsoft.com/office/powerpoint/2010/main" val="611795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a:p>
        </p:txBody>
      </p:sp>
      <p:sp>
        <p:nvSpPr>
          <p:cNvPr id="4" name="Marcador de Posição do Número do Diapositivo 3"/>
          <p:cNvSpPr>
            <a:spLocks noGrp="1"/>
          </p:cNvSpPr>
          <p:nvPr>
            <p:ph type="sldNum" sz="quarter" idx="5"/>
          </p:nvPr>
        </p:nvSpPr>
        <p:spPr/>
        <p:txBody>
          <a:bodyPr/>
          <a:lstStyle/>
          <a:p>
            <a:pPr rtl="0"/>
            <a:fld id="{228B34ED-4CDD-41C9-90F7-D768D5559A6F}" type="slidenum">
              <a:rPr lang="pt-PT" smtClean="0"/>
              <a:t>2</a:t>
            </a:fld>
            <a:endParaRPr lang="pt-PT"/>
          </a:p>
        </p:txBody>
      </p:sp>
    </p:spTree>
    <p:extLst>
      <p:ext uri="{BB962C8B-B14F-4D97-AF65-F5344CB8AC3E}">
        <p14:creationId xmlns:p14="http://schemas.microsoft.com/office/powerpoint/2010/main" val="3288636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E607-0D9E-DE2D-DF7E-9360867D52B1}"/>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A8A74F5B-BE56-8446-D6C4-A610AE511C59}"/>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A5E6B30A-1987-3177-A9E0-7AF97C99AAD0}"/>
              </a:ext>
            </a:extLst>
          </p:cNvPr>
          <p:cNvSpPr>
            <a:spLocks noGrp="1"/>
          </p:cNvSpPr>
          <p:nvPr>
            <p:ph type="body" idx="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567ACB5F-D2DF-BE94-9028-D0C9EE76EC2F}"/>
              </a:ext>
            </a:extLst>
          </p:cNvPr>
          <p:cNvSpPr>
            <a:spLocks noGrp="1"/>
          </p:cNvSpPr>
          <p:nvPr>
            <p:ph type="sldNum" sz="quarter" idx="5"/>
          </p:nvPr>
        </p:nvSpPr>
        <p:spPr/>
        <p:txBody>
          <a:bodyPr/>
          <a:lstStyle/>
          <a:p>
            <a:pPr rtl="0"/>
            <a:fld id="{228B34ED-4CDD-41C9-90F7-D768D5559A6F}" type="slidenum">
              <a:rPr lang="pt-PT" smtClean="0"/>
              <a:t>3</a:t>
            </a:fld>
            <a:endParaRPr lang="pt-PT"/>
          </a:p>
        </p:txBody>
      </p:sp>
    </p:spTree>
    <p:extLst>
      <p:ext uri="{BB962C8B-B14F-4D97-AF65-F5344CB8AC3E}">
        <p14:creationId xmlns:p14="http://schemas.microsoft.com/office/powerpoint/2010/main" val="709725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E3C25-9BFC-890E-FCA4-C481A13AB019}"/>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FD0267A3-62EB-DD89-DBB8-8FF9580F7BE8}"/>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D0EA96B8-2B92-1553-1676-A9989146AB33}"/>
              </a:ext>
            </a:extLst>
          </p:cNvPr>
          <p:cNvSpPr>
            <a:spLocks noGrp="1"/>
          </p:cNvSpPr>
          <p:nvPr>
            <p:ph type="body" idx="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165EC207-4FE8-9F91-3305-494FF03AA0D5}"/>
              </a:ext>
            </a:extLst>
          </p:cNvPr>
          <p:cNvSpPr>
            <a:spLocks noGrp="1"/>
          </p:cNvSpPr>
          <p:nvPr>
            <p:ph type="sldNum" sz="quarter" idx="5"/>
          </p:nvPr>
        </p:nvSpPr>
        <p:spPr/>
        <p:txBody>
          <a:bodyPr/>
          <a:lstStyle/>
          <a:p>
            <a:pPr rtl="0"/>
            <a:fld id="{228B34ED-4CDD-41C9-90F7-D768D5559A6F}" type="slidenum">
              <a:rPr lang="pt-PT" smtClean="0"/>
              <a:t>4</a:t>
            </a:fld>
            <a:endParaRPr lang="pt-PT"/>
          </a:p>
        </p:txBody>
      </p:sp>
    </p:spTree>
    <p:extLst>
      <p:ext uri="{BB962C8B-B14F-4D97-AF65-F5344CB8AC3E}">
        <p14:creationId xmlns:p14="http://schemas.microsoft.com/office/powerpoint/2010/main" val="3287743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E673-8BFF-0596-B495-1C8A6EEBD2B1}"/>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216AE251-473A-A28A-05DB-7063FCF2F45A}"/>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BB81111D-38A1-EA22-3F0B-34811B3784F3}"/>
              </a:ext>
            </a:extLst>
          </p:cNvPr>
          <p:cNvSpPr>
            <a:spLocks noGrp="1"/>
          </p:cNvSpPr>
          <p:nvPr>
            <p:ph type="body" idx="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90244E1E-81FF-462A-1BF5-C9FBA6C33C00}"/>
              </a:ext>
            </a:extLst>
          </p:cNvPr>
          <p:cNvSpPr>
            <a:spLocks noGrp="1"/>
          </p:cNvSpPr>
          <p:nvPr>
            <p:ph type="sldNum" sz="quarter" idx="5"/>
          </p:nvPr>
        </p:nvSpPr>
        <p:spPr/>
        <p:txBody>
          <a:bodyPr/>
          <a:lstStyle/>
          <a:p>
            <a:pPr rtl="0"/>
            <a:fld id="{228B34ED-4CDD-41C9-90F7-D768D5559A6F}" type="slidenum">
              <a:rPr lang="pt-PT" smtClean="0"/>
              <a:t>5</a:t>
            </a:fld>
            <a:endParaRPr lang="pt-PT"/>
          </a:p>
        </p:txBody>
      </p:sp>
    </p:spTree>
    <p:extLst>
      <p:ext uri="{BB962C8B-B14F-4D97-AF65-F5344CB8AC3E}">
        <p14:creationId xmlns:p14="http://schemas.microsoft.com/office/powerpoint/2010/main" val="3165325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F42F8-A47C-1415-FEE4-62F3828FBFEC}"/>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2E19FC83-C881-8F3A-8510-3CD41E946C75}"/>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B4754EBA-7D58-B6F0-3BAA-055E5D7739C6}"/>
              </a:ext>
            </a:extLst>
          </p:cNvPr>
          <p:cNvSpPr>
            <a:spLocks noGrp="1"/>
          </p:cNvSpPr>
          <p:nvPr>
            <p:ph type="body" idx="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F2305D22-9C12-B8A8-D874-B4359F5AE140}"/>
              </a:ext>
            </a:extLst>
          </p:cNvPr>
          <p:cNvSpPr>
            <a:spLocks noGrp="1"/>
          </p:cNvSpPr>
          <p:nvPr>
            <p:ph type="sldNum" sz="quarter" idx="5"/>
          </p:nvPr>
        </p:nvSpPr>
        <p:spPr/>
        <p:txBody>
          <a:bodyPr/>
          <a:lstStyle/>
          <a:p>
            <a:pPr rtl="0"/>
            <a:fld id="{228B34ED-4CDD-41C9-90F7-D768D5559A6F}" type="slidenum">
              <a:rPr lang="pt-PT" smtClean="0"/>
              <a:t>6</a:t>
            </a:fld>
            <a:endParaRPr lang="pt-PT"/>
          </a:p>
        </p:txBody>
      </p:sp>
    </p:spTree>
    <p:extLst>
      <p:ext uri="{BB962C8B-B14F-4D97-AF65-F5344CB8AC3E}">
        <p14:creationId xmlns:p14="http://schemas.microsoft.com/office/powerpoint/2010/main" val="135027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2C20C-4E45-729F-45CA-98DFF5051BF3}"/>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F193C9EF-2465-0CC3-5D9D-5704B4021425}"/>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594D1417-F079-BABA-9116-87DB967F40F3}"/>
              </a:ext>
            </a:extLst>
          </p:cNvPr>
          <p:cNvSpPr>
            <a:spLocks noGrp="1"/>
          </p:cNvSpPr>
          <p:nvPr>
            <p:ph type="body" idx="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49B972BC-5E31-852C-BCC0-22FA21D3160B}"/>
              </a:ext>
            </a:extLst>
          </p:cNvPr>
          <p:cNvSpPr>
            <a:spLocks noGrp="1"/>
          </p:cNvSpPr>
          <p:nvPr>
            <p:ph type="sldNum" sz="quarter" idx="5"/>
          </p:nvPr>
        </p:nvSpPr>
        <p:spPr/>
        <p:txBody>
          <a:bodyPr/>
          <a:lstStyle/>
          <a:p>
            <a:pPr rtl="0"/>
            <a:fld id="{228B34ED-4CDD-41C9-90F7-D768D5559A6F}" type="slidenum">
              <a:rPr lang="pt-PT" smtClean="0"/>
              <a:t>9</a:t>
            </a:fld>
            <a:endParaRPr lang="pt-PT"/>
          </a:p>
        </p:txBody>
      </p:sp>
    </p:spTree>
    <p:extLst>
      <p:ext uri="{BB962C8B-B14F-4D97-AF65-F5344CB8AC3E}">
        <p14:creationId xmlns:p14="http://schemas.microsoft.com/office/powerpoint/2010/main" val="1478886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06BB2-1690-5BFE-C459-BBF4A5EF14DA}"/>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867E8A2A-617B-A844-1089-E288EA7908E2}"/>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703900E3-9DB8-3639-8C17-C8FE0D7FEA06}"/>
              </a:ext>
            </a:extLst>
          </p:cNvPr>
          <p:cNvSpPr>
            <a:spLocks noGrp="1"/>
          </p:cNvSpPr>
          <p:nvPr>
            <p:ph type="body" idx="1"/>
          </p:nvPr>
        </p:nvSpPr>
        <p:spPr/>
        <p:txBody>
          <a:bodyPr/>
          <a:lstStyle/>
          <a:p>
            <a:endParaRPr lang="pt-PT" dirty="0"/>
          </a:p>
        </p:txBody>
      </p:sp>
      <p:sp>
        <p:nvSpPr>
          <p:cNvPr id="4" name="Marcador de Posição do Número do Diapositivo 3">
            <a:extLst>
              <a:ext uri="{FF2B5EF4-FFF2-40B4-BE49-F238E27FC236}">
                <a16:creationId xmlns:a16="http://schemas.microsoft.com/office/drawing/2014/main" id="{D3D6FDBD-86AE-95B3-8C0C-927851B3DE5E}"/>
              </a:ext>
            </a:extLst>
          </p:cNvPr>
          <p:cNvSpPr>
            <a:spLocks noGrp="1"/>
          </p:cNvSpPr>
          <p:nvPr>
            <p:ph type="sldNum" sz="quarter" idx="5"/>
          </p:nvPr>
        </p:nvSpPr>
        <p:spPr/>
        <p:txBody>
          <a:bodyPr/>
          <a:lstStyle/>
          <a:p>
            <a:pPr rtl="0"/>
            <a:fld id="{228B34ED-4CDD-41C9-90F7-D768D5559A6F}" type="slidenum">
              <a:rPr lang="pt-PT" smtClean="0"/>
              <a:t>10</a:t>
            </a:fld>
            <a:endParaRPr lang="pt-PT"/>
          </a:p>
        </p:txBody>
      </p:sp>
    </p:spTree>
    <p:extLst>
      <p:ext uri="{BB962C8B-B14F-4D97-AF65-F5344CB8AC3E}">
        <p14:creationId xmlns:p14="http://schemas.microsoft.com/office/powerpoint/2010/main" val="396293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Ref idx="1001">
        <a:schemeClr val="bg1"/>
      </p:bgRef>
    </p:bg>
    <p:spTree>
      <p:nvGrpSpPr>
        <p:cNvPr id="1" name=""/>
        <p:cNvGrpSpPr/>
        <p:nvPr/>
      </p:nvGrpSpPr>
      <p:grpSpPr>
        <a:xfrm>
          <a:off x="0" y="0"/>
          <a:ext cx="0" cy="0"/>
          <a:chOff x="0" y="0"/>
          <a:chExt cx="0" cy="0"/>
        </a:xfrm>
      </p:grpSpPr>
      <p:sp>
        <p:nvSpPr>
          <p:cNvPr id="3" name="Marcador de Posição da Imagem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rtlCol="0"/>
          <a:lstStyle>
            <a:lvl1pPr marL="0" indent="0" algn="ctr">
              <a:buNone/>
              <a:defRPr/>
            </a:lvl1pPr>
          </a:lstStyle>
          <a:p>
            <a:pPr rtl="0"/>
            <a:r>
              <a:rPr lang="en-US" noProof="0"/>
              <a:t>Click icon to add picture</a:t>
            </a:r>
            <a:endParaRPr lang="pt-PT" noProof="0"/>
          </a:p>
        </p:txBody>
      </p:sp>
      <p:sp>
        <p:nvSpPr>
          <p:cNvPr id="14" name="Marcador de Posição do Texto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922140"/>
            <a:ext cx="5167313" cy="518795"/>
          </a:xfrm>
        </p:spPr>
        <p:txBody>
          <a:bodyPr rtlCol="0">
            <a:noAutofit/>
          </a:bodyPr>
          <a:lstStyle>
            <a:lvl1pPr marL="0" indent="0" algn="ctr">
              <a:buNone/>
              <a:defRPr sz="1800" spc="300">
                <a:solidFill>
                  <a:schemeClr val="tx1"/>
                </a:solidFill>
              </a:defRPr>
            </a:lvl1pPr>
            <a:lvl2pPr marL="457200" indent="0">
              <a:buNone/>
              <a:defRPr/>
            </a:lvl2pPr>
          </a:lstStyle>
          <a:p>
            <a:pPr lvl="0" rtl="0"/>
            <a:r>
              <a:rPr lang="pt-PT" noProof="0"/>
              <a:t>Clique para editar os Estilos de texto do modelo global</a:t>
            </a:r>
          </a:p>
        </p:txBody>
      </p:sp>
      <p:sp>
        <p:nvSpPr>
          <p:cNvPr id="7" name="Marcador de Posição do Texto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rtlCol="0">
            <a:noAutofit/>
          </a:bodyPr>
          <a:lstStyle>
            <a:lvl1pPr marL="0" indent="0" algn="ctr">
              <a:buNone/>
              <a:defRPr sz="1800" cap="all" baseline="0"/>
            </a:lvl1pPr>
          </a:lstStyle>
          <a:p>
            <a:pPr rtl="0"/>
            <a:r>
              <a:rPr lang="pt-PT" spc="300" noProof="0"/>
              <a:t>RELATÓRIO ANUAL</a:t>
            </a:r>
          </a:p>
        </p:txBody>
      </p:sp>
      <p:sp>
        <p:nvSpPr>
          <p:cNvPr id="2" name="Título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rtlCol="0">
            <a:noAutofit/>
          </a:bodyPr>
          <a:lstStyle>
            <a:lvl1pPr>
              <a:lnSpc>
                <a:spcPct val="150000"/>
              </a:lnSpc>
              <a:spcBef>
                <a:spcPts val="1000"/>
              </a:spcBef>
              <a:defRPr sz="4000" cap="all" spc="300" baseline="0"/>
            </a:lvl1pPr>
          </a:lstStyle>
          <a:p>
            <a:pPr rtl="0"/>
            <a:r>
              <a:rPr lang="pt-PT" noProof="0"/>
              <a:t>Clique para editar os estilos de TEXTO do modelo global</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Marcador de Posição da Imagem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rtlCol="0" anchor="ctr"/>
          <a:lstStyle>
            <a:lvl1pPr marL="0" indent="0" algn="ctr">
              <a:buNone/>
              <a:defRPr/>
            </a:lvl1pPr>
          </a:lstStyle>
          <a:p>
            <a:pPr rtl="0"/>
            <a:r>
              <a:rPr lang="en-US" noProof="0"/>
              <a:t>Click icon to add picture</a:t>
            </a:r>
            <a:endParaRPr lang="pt-PT" noProof="0"/>
          </a:p>
        </p:txBody>
      </p:sp>
      <p:sp>
        <p:nvSpPr>
          <p:cNvPr id="2" name="Título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rtlCol="0" anchor="t">
            <a:noAutofit/>
          </a:bodyPr>
          <a:lstStyle>
            <a:lvl1pPr algn="l">
              <a:lnSpc>
                <a:spcPct val="150000"/>
              </a:lnSpc>
              <a:spcBef>
                <a:spcPts val="1000"/>
              </a:spcBef>
              <a:defRPr sz="5400" baseline="0"/>
            </a:lvl1pPr>
          </a:lstStyle>
          <a:p>
            <a:pPr rtl="0"/>
            <a:r>
              <a:rPr lang="pt-PT" noProof="0"/>
              <a:t>Título</a:t>
            </a:r>
          </a:p>
        </p:txBody>
      </p:sp>
      <p:sp>
        <p:nvSpPr>
          <p:cNvPr id="5" name="Marcador de Posição do Rodapé 4">
            <a:extLst>
              <a:ext uri="{FF2B5EF4-FFF2-40B4-BE49-F238E27FC236}">
                <a16:creationId xmlns:a16="http://schemas.microsoft.com/office/drawing/2014/main" id="{BC79732E-D749-40DD-8365-05028518765D}"/>
              </a:ext>
            </a:extLst>
          </p:cNvPr>
          <p:cNvSpPr>
            <a:spLocks noGrp="1"/>
          </p:cNvSpPr>
          <p:nvPr>
            <p:ph type="ftr" sz="quarter" idx="11"/>
          </p:nvPr>
        </p:nvSpPr>
        <p:spPr/>
        <p:txBody>
          <a:bodyPr rtlCol="0"/>
          <a:lstStyle/>
          <a:p>
            <a:pPr rtl="0"/>
            <a:r>
              <a:rPr lang="pt-PT" noProof="0"/>
              <a:t>Adicione um rodapé</a:t>
            </a:r>
          </a:p>
        </p:txBody>
      </p:sp>
      <p:sp>
        <p:nvSpPr>
          <p:cNvPr id="6" name="Marcador de Posição do Número do Diapositivo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rtlCol="0"/>
          <a:lstStyle/>
          <a:p>
            <a:pPr rtl="0"/>
            <a:fld id="{8C2E478F-E849-4A8C-AF1F-CBCC78A7CBFA}" type="slidenum">
              <a:rPr lang="pt-PT" noProof="0" smtClean="0"/>
              <a:t>‹#›</a:t>
            </a:fld>
            <a:endParaRPr lang="pt-PT" noProof="0"/>
          </a:p>
        </p:txBody>
      </p:sp>
      <p:sp>
        <p:nvSpPr>
          <p:cNvPr id="13" name="Marcador de Posição do Texto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rtlCol="0">
            <a:noAutofit/>
          </a:bodyPr>
          <a:lstStyle>
            <a:lvl1pPr marL="0" indent="0">
              <a:buNone/>
              <a:defRPr sz="1800" spc="300"/>
            </a:lvl1pPr>
          </a:lstStyle>
          <a:p>
            <a:pPr lvl="0" rtl="0"/>
            <a:r>
              <a:rPr lang="pt-PT" noProof="0"/>
              <a:t>CLIQUE PARA EDITAR OS ESTILOS DE TÍTULO DO MODELO GLOBAL</a:t>
            </a:r>
          </a:p>
        </p:txBody>
      </p:sp>
      <p:sp>
        <p:nvSpPr>
          <p:cNvPr id="3" name="Retângulo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PT" noProof="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ção">
    <p:spTree>
      <p:nvGrpSpPr>
        <p:cNvPr id="1" name=""/>
        <p:cNvGrpSpPr/>
        <p:nvPr/>
      </p:nvGrpSpPr>
      <p:grpSpPr>
        <a:xfrm>
          <a:off x="0" y="0"/>
          <a:ext cx="0" cy="0"/>
          <a:chOff x="0" y="0"/>
          <a:chExt cx="0" cy="0"/>
        </a:xfrm>
      </p:grpSpPr>
      <p:sp>
        <p:nvSpPr>
          <p:cNvPr id="20" name="Marcador de Posição do Texto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rtl="0"/>
            <a:r>
              <a:rPr lang="pt-PT" noProof="0"/>
              <a:t>CLIQUE PARA EDITAR OS ESTILOS DE TÍTULO DO MODELO GLOBAL</a:t>
            </a:r>
          </a:p>
        </p:txBody>
      </p:sp>
      <p:sp>
        <p:nvSpPr>
          <p:cNvPr id="9" name="Marcador de Posição da Imagem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rtlCol="0" anchor="ctr"/>
          <a:lstStyle>
            <a:lvl1pPr marL="0" indent="0" algn="ctr">
              <a:buNone/>
              <a:defRPr/>
            </a:lvl1pPr>
          </a:lstStyle>
          <a:p>
            <a:pPr rtl="0"/>
            <a:r>
              <a:rPr lang="en-US" noProof="0"/>
              <a:t>Click icon to add picture</a:t>
            </a:r>
            <a:endParaRPr lang="pt-PT" noProof="0"/>
          </a:p>
        </p:txBody>
      </p:sp>
      <p:sp>
        <p:nvSpPr>
          <p:cNvPr id="11" name="Marcador de Posição do Número do Diapositivo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8C2E478F-E849-4A8C-AF1F-CBCC78A7CBFA}" type="slidenum">
              <a:rPr lang="pt-PT" noProof="0" smtClean="0"/>
              <a:t>‹#›</a:t>
            </a:fld>
            <a:endParaRPr lang="pt-PT" noProof="0"/>
          </a:p>
        </p:txBody>
      </p:sp>
      <p:sp>
        <p:nvSpPr>
          <p:cNvPr id="16" name="Marcador de Posição de Conteúdo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rtlCol="0">
            <a:noAutofit/>
          </a:bodyPr>
          <a:lstStyle>
            <a:lvl1pPr>
              <a:defRPr/>
            </a:lvl1pPr>
          </a:lstStyle>
          <a:p>
            <a:pPr marL="0" indent="0" rtl="0">
              <a:lnSpc>
                <a:spcPct val="100000"/>
              </a:lnSpc>
              <a:buNone/>
            </a:pPr>
            <a:r>
              <a:rPr lang="pt-PT" sz="1600" noProof="0">
                <a:cs typeface="Biome Light" panose="020B0303030204020804" pitchFamily="34" charset="0"/>
              </a:rPr>
              <a:t>Clique para editar o estilo de título do modelo global</a:t>
            </a:r>
          </a:p>
          <a:p>
            <a:pPr marL="0" indent="0" rtl="0">
              <a:buNone/>
            </a:pPr>
            <a:endParaRPr lang="pt-PT" noProof="0"/>
          </a:p>
        </p:txBody>
      </p:sp>
      <p:sp>
        <p:nvSpPr>
          <p:cNvPr id="17" name="Marcador de Posição do Número do Diapositivo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8C2E478F-E849-4A8C-AF1F-CBCC78A7CBFA}" type="slidenum">
              <a:rPr lang="pt-PT" noProof="0" smtClean="0"/>
              <a:pPr rtl="0"/>
              <a:t>‹#›</a:t>
            </a:fld>
            <a:endParaRPr lang="pt-PT" noProof="0"/>
          </a:p>
        </p:txBody>
      </p:sp>
      <p:sp>
        <p:nvSpPr>
          <p:cNvPr id="2" name="Título 1">
            <a:extLst>
              <a:ext uri="{FF2B5EF4-FFF2-40B4-BE49-F238E27FC236}">
                <a16:creationId xmlns:a16="http://schemas.microsoft.com/office/drawing/2014/main" id="{3CB0E4A3-5566-43FE-A59F-2C4F4FE7F32A}"/>
              </a:ext>
            </a:extLst>
          </p:cNvPr>
          <p:cNvSpPr>
            <a:spLocks noGrp="1"/>
          </p:cNvSpPr>
          <p:nvPr>
            <p:ph type="title" hasCustomPrompt="1"/>
          </p:nvPr>
        </p:nvSpPr>
        <p:spPr>
          <a:xfrm>
            <a:off x="6095999" y="612037"/>
            <a:ext cx="5897218" cy="884238"/>
          </a:xfrm>
        </p:spPr>
        <p:txBody>
          <a:bodyPr lIns="91440" rIns="91440" rtlCol="0" anchor="t">
            <a:noAutofit/>
          </a:bodyPr>
          <a:lstStyle>
            <a:lvl1pPr algn="l">
              <a:lnSpc>
                <a:spcPct val="150000"/>
              </a:lnSpc>
              <a:spcBef>
                <a:spcPts val="1000"/>
              </a:spcBef>
              <a:defRPr sz="3200">
                <a:solidFill>
                  <a:schemeClr val="tx1"/>
                </a:solidFill>
              </a:defRPr>
            </a:lvl1pPr>
          </a:lstStyle>
          <a:p>
            <a:pPr rtl="0"/>
            <a:r>
              <a:rPr lang="pt-PT" noProof="0"/>
              <a:t>Clique para editar o estilo do título do Modelo Global</a:t>
            </a:r>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ebra de Secção">
    <p:spTree>
      <p:nvGrpSpPr>
        <p:cNvPr id="1" name=""/>
        <p:cNvGrpSpPr/>
        <p:nvPr/>
      </p:nvGrpSpPr>
      <p:grpSpPr>
        <a:xfrm>
          <a:off x="0" y="0"/>
          <a:ext cx="0" cy="0"/>
          <a:chOff x="0" y="0"/>
          <a:chExt cx="0" cy="0"/>
        </a:xfrm>
      </p:grpSpPr>
      <p:sp>
        <p:nvSpPr>
          <p:cNvPr id="11" name="Marcador de Posição da Imagem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rtlCol="0" anchor="ctr"/>
          <a:lstStyle>
            <a:lvl1pPr marL="0" indent="0" algn="ctr">
              <a:buNone/>
              <a:defRPr/>
            </a:lvl1pPr>
          </a:lstStyle>
          <a:p>
            <a:pPr rtl="0"/>
            <a:r>
              <a:rPr lang="en-US" noProof="0"/>
              <a:t>Click icon to add picture</a:t>
            </a:r>
            <a:endParaRPr lang="pt-PT" noProof="0"/>
          </a:p>
        </p:txBody>
      </p:sp>
      <p:sp>
        <p:nvSpPr>
          <p:cNvPr id="8" name="Título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rtlCol="0" anchor="b"/>
          <a:lstStyle>
            <a:lvl1pPr algn="l">
              <a:defRPr sz="6000" spc="300"/>
            </a:lvl1pPr>
          </a:lstStyle>
          <a:p>
            <a:pPr rtl="0"/>
            <a:r>
              <a:rPr lang="pt-PT" noProof="0"/>
              <a:t>CLIQUE PARA EDITAR O TÍTULO DO MODELO GLOBAL</a:t>
            </a:r>
          </a:p>
        </p:txBody>
      </p:sp>
      <p:sp>
        <p:nvSpPr>
          <p:cNvPr id="3" name="Marcador de Posição do Texto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rtlCol="0"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pt-PT" noProof="0"/>
              <a:t>EDITAR ESTILOS DE TEXTO DO MODELO GLOBAL</a:t>
            </a:r>
          </a:p>
        </p:txBody>
      </p:sp>
      <p:sp>
        <p:nvSpPr>
          <p:cNvPr id="5" name="Marcador de Posição do Rodapé 4">
            <a:extLst>
              <a:ext uri="{FF2B5EF4-FFF2-40B4-BE49-F238E27FC236}">
                <a16:creationId xmlns:a16="http://schemas.microsoft.com/office/drawing/2014/main" id="{BC79732E-D749-40DD-8365-05028518765D}"/>
              </a:ext>
            </a:extLst>
          </p:cNvPr>
          <p:cNvSpPr>
            <a:spLocks noGrp="1"/>
          </p:cNvSpPr>
          <p:nvPr>
            <p:ph type="ftr" sz="quarter" idx="11"/>
          </p:nvPr>
        </p:nvSpPr>
        <p:spPr/>
        <p:txBody>
          <a:bodyPr rtlCol="0"/>
          <a:lstStyle/>
          <a:p>
            <a:pPr rtl="0"/>
            <a:r>
              <a:rPr lang="pt-PT" noProof="0"/>
              <a:t>Adicione um rodapé</a:t>
            </a:r>
          </a:p>
        </p:txBody>
      </p:sp>
      <p:sp>
        <p:nvSpPr>
          <p:cNvPr id="6" name="Marcador de Posição do Número do Diapositivo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rtlCol="0"/>
          <a:lstStyle/>
          <a:p>
            <a:pPr rtl="0"/>
            <a:fld id="{8C2E478F-E849-4A8C-AF1F-CBCC78A7CBFA}" type="slidenum">
              <a:rPr lang="pt-PT" noProof="0" smtClean="0"/>
              <a:t>‹#›</a:t>
            </a:fld>
            <a:endParaRPr lang="pt-PT" noProof="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quip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rtlCol="0">
            <a:noAutofit/>
          </a:bodyPr>
          <a:lstStyle>
            <a:lvl1pPr algn="l">
              <a:defRPr sz="3200" spc="300"/>
            </a:lvl1pPr>
          </a:lstStyle>
          <a:p>
            <a:pPr rtl="0"/>
            <a:r>
              <a:rPr lang="pt-PT" noProof="0"/>
              <a:t>TÍTULO DO DIAPOSITIVO AQUI</a:t>
            </a:r>
          </a:p>
        </p:txBody>
      </p:sp>
      <p:sp>
        <p:nvSpPr>
          <p:cNvPr id="3" name="Marcador de Posição de Conteúdo 2">
            <a:extLst>
              <a:ext uri="{FF2B5EF4-FFF2-40B4-BE49-F238E27FC236}">
                <a16:creationId xmlns:a16="http://schemas.microsoft.com/office/drawing/2014/main" id="{607D1B16-7058-45AD-9B19-E19CAF96683B}"/>
              </a:ext>
            </a:extLst>
          </p:cNvPr>
          <p:cNvSpPr>
            <a:spLocks noGrp="1"/>
          </p:cNvSpPr>
          <p:nvPr>
            <p:ph idx="1" hasCustomPrompt="1"/>
          </p:nvPr>
        </p:nvSpPr>
        <p:spPr>
          <a:xfrm>
            <a:off x="7792279" y="1263841"/>
            <a:ext cx="4018722" cy="4636392"/>
          </a:xfrm>
        </p:spPr>
        <p:txBody>
          <a:bodyPr lIns="0" rIns="0" rtlCol="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rtl="0"/>
            <a:r>
              <a:rPr lang="pt-PT" noProof="0"/>
              <a:t>Clique para editar os Estilos de texto do modelo global</a:t>
            </a:r>
          </a:p>
          <a:p>
            <a:pPr lvl="1" rtl="0"/>
            <a:r>
              <a:rPr lang="pt-PT" noProof="0"/>
              <a:t>Segundo nível</a:t>
            </a:r>
          </a:p>
          <a:p>
            <a:pPr lvl="2" rtl="0"/>
            <a:r>
              <a:rPr lang="pt-PT" noProof="0"/>
              <a:t>Terceiro nível</a:t>
            </a:r>
          </a:p>
          <a:p>
            <a:pPr lvl="3" rtl="0"/>
            <a:r>
              <a:rPr lang="pt-PT" noProof="0"/>
              <a:t>Quarto nível</a:t>
            </a:r>
          </a:p>
          <a:p>
            <a:pPr lvl="4" rtl="0"/>
            <a:r>
              <a:rPr lang="pt-PT" noProof="0"/>
              <a:t>Quinto nível</a:t>
            </a:r>
          </a:p>
        </p:txBody>
      </p:sp>
      <p:sp>
        <p:nvSpPr>
          <p:cNvPr id="59" name="Marcador de Posição do Número do Diapositivo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pPr rtl="0"/>
            <a:fld id="{8C2E478F-E849-4A8C-AF1F-CBCC78A7CBFA}" type="slidenum">
              <a:rPr lang="pt-PT" noProof="0" smtClean="0"/>
              <a:t>‹#›</a:t>
            </a:fld>
            <a:endParaRPr lang="pt-PT" noProof="0"/>
          </a:p>
        </p:txBody>
      </p:sp>
      <p:sp>
        <p:nvSpPr>
          <p:cNvPr id="5" name="Marcador de Posição da Imagem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rtlCol="0">
            <a:noAutofit/>
          </a:bodyPr>
          <a:lstStyle/>
          <a:p>
            <a:pPr rtl="0"/>
            <a:r>
              <a:rPr lang="en-US" noProof="0"/>
              <a:t>Click icon to add picture</a:t>
            </a:r>
            <a:endParaRPr lang="pt-PT" noProof="0"/>
          </a:p>
        </p:txBody>
      </p:sp>
      <p:sp>
        <p:nvSpPr>
          <p:cNvPr id="9" name="Marcador de Posição da Imagem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rtlCol="0">
            <a:noAutofit/>
          </a:bodyPr>
          <a:lstStyle/>
          <a:p>
            <a:pPr rtl="0"/>
            <a:r>
              <a:rPr lang="en-US" noProof="0"/>
              <a:t>Click icon to add picture</a:t>
            </a:r>
            <a:endParaRPr lang="pt-PT" noProof="0"/>
          </a:p>
        </p:txBody>
      </p:sp>
      <p:sp>
        <p:nvSpPr>
          <p:cNvPr id="10" name="Marcador de Posição da Imagem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rtlCol="0">
            <a:noAutofit/>
          </a:bodyPr>
          <a:lstStyle/>
          <a:p>
            <a:pPr rtl="0"/>
            <a:r>
              <a:rPr lang="en-US" noProof="0"/>
              <a:t>Click icon to add picture</a:t>
            </a:r>
            <a:endParaRPr lang="pt-PT" noProof="0"/>
          </a:p>
        </p:txBody>
      </p:sp>
      <p:sp>
        <p:nvSpPr>
          <p:cNvPr id="11" name="Marcador de Posição da Imagem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rtlCol="0">
            <a:noAutofit/>
          </a:bodyPr>
          <a:lstStyle/>
          <a:p>
            <a:pPr rtl="0"/>
            <a:r>
              <a:rPr lang="en-US" noProof="0"/>
              <a:t>Click icon to add picture</a:t>
            </a:r>
            <a:endParaRPr lang="pt-PT" noProof="0"/>
          </a:p>
        </p:txBody>
      </p:sp>
      <p:sp>
        <p:nvSpPr>
          <p:cNvPr id="12" name="Marcador de Posição da Imagem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rtlCol="0">
            <a:noAutofit/>
          </a:bodyPr>
          <a:lstStyle/>
          <a:p>
            <a:pPr rtl="0"/>
            <a:r>
              <a:rPr lang="en-US" noProof="0"/>
              <a:t>Click icon to add picture</a:t>
            </a:r>
            <a:endParaRPr lang="pt-PT" noProof="0"/>
          </a:p>
        </p:txBody>
      </p:sp>
      <p:sp>
        <p:nvSpPr>
          <p:cNvPr id="13" name="Marcador de Posição da Imagem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rtlCol="0">
            <a:noAutofit/>
          </a:bodyPr>
          <a:lstStyle/>
          <a:p>
            <a:pPr rtl="0"/>
            <a:r>
              <a:rPr lang="en-US" noProof="0"/>
              <a:t>Click icon to add picture</a:t>
            </a:r>
            <a:endParaRPr lang="pt-PT" noProof="0"/>
          </a:p>
        </p:txBody>
      </p:sp>
      <p:sp>
        <p:nvSpPr>
          <p:cNvPr id="4" name="Retângulo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pt-PT" noProof="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áfico e Tabel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345D17-D652-4766-B11C-2E8D8390D957}"/>
              </a:ext>
            </a:extLst>
          </p:cNvPr>
          <p:cNvSpPr>
            <a:spLocks noGrp="1"/>
          </p:cNvSpPr>
          <p:nvPr>
            <p:ph type="title" hasCustomPrompt="1"/>
          </p:nvPr>
        </p:nvSpPr>
        <p:spPr>
          <a:xfrm>
            <a:off x="594519" y="767791"/>
            <a:ext cx="11002962" cy="823913"/>
          </a:xfrm>
        </p:spPr>
        <p:txBody>
          <a:bodyPr rtlCol="0">
            <a:noAutofit/>
          </a:bodyPr>
          <a:lstStyle>
            <a:lvl1pPr>
              <a:defRPr sz="4800" spc="300"/>
            </a:lvl1pPr>
          </a:lstStyle>
          <a:p>
            <a:pPr rtl="0"/>
            <a:r>
              <a:rPr lang="pt-PT" noProof="0"/>
              <a:t>Clique para editar o estilo do título do Modelo Global</a:t>
            </a:r>
          </a:p>
        </p:txBody>
      </p:sp>
      <p:sp>
        <p:nvSpPr>
          <p:cNvPr id="3" name="Marcador de Posição do Rodapé 2">
            <a:extLst>
              <a:ext uri="{FF2B5EF4-FFF2-40B4-BE49-F238E27FC236}">
                <a16:creationId xmlns:a16="http://schemas.microsoft.com/office/drawing/2014/main" id="{6BC7A58C-70BA-43E5-BD90-83ADB63B0C00}"/>
              </a:ext>
            </a:extLst>
          </p:cNvPr>
          <p:cNvSpPr>
            <a:spLocks noGrp="1"/>
          </p:cNvSpPr>
          <p:nvPr>
            <p:ph type="ftr" sz="quarter" idx="10"/>
          </p:nvPr>
        </p:nvSpPr>
        <p:spPr/>
        <p:txBody>
          <a:bodyPr rtlCol="0"/>
          <a:lstStyle/>
          <a:p>
            <a:pPr rtl="0"/>
            <a:r>
              <a:rPr lang="pt-PT" noProof="0"/>
              <a:t>Adicione um rodapé</a:t>
            </a:r>
          </a:p>
        </p:txBody>
      </p:sp>
      <p:sp>
        <p:nvSpPr>
          <p:cNvPr id="4" name="Marcador de Posição do Número do Diapositivo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rtlCol="0"/>
          <a:lstStyle/>
          <a:p>
            <a:pPr rtl="0"/>
            <a:fld id="{8C2E478F-E849-4A8C-AF1F-CBCC78A7CBFA}" type="slidenum">
              <a:rPr lang="pt-PT" noProof="0" smtClean="0"/>
              <a:t>‹#›</a:t>
            </a:fld>
            <a:endParaRPr lang="pt-PT" noProof="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ção">
    <p:bg>
      <p:bgRef idx="1001">
        <a:schemeClr val="bg1"/>
      </p:bgRef>
    </p:bg>
    <p:spTree>
      <p:nvGrpSpPr>
        <p:cNvPr id="1" name=""/>
        <p:cNvGrpSpPr/>
        <p:nvPr/>
      </p:nvGrpSpPr>
      <p:grpSpPr>
        <a:xfrm>
          <a:off x="0" y="0"/>
          <a:ext cx="0" cy="0"/>
          <a:chOff x="0" y="0"/>
          <a:chExt cx="0" cy="0"/>
        </a:xfrm>
      </p:grpSpPr>
      <p:sp>
        <p:nvSpPr>
          <p:cNvPr id="3" name="Marcador de Posição da Imagem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rtlCol="0" anchor="ctr"/>
          <a:lstStyle>
            <a:lvl1pPr marL="0" indent="0" algn="ctr">
              <a:buNone/>
              <a:defRPr/>
            </a:lvl1pPr>
          </a:lstStyle>
          <a:p>
            <a:pPr rtl="0"/>
            <a:r>
              <a:rPr lang="en-US" noProof="0"/>
              <a:t>Click icon to add picture</a:t>
            </a:r>
            <a:endParaRPr lang="pt-PT" noProof="0"/>
          </a:p>
        </p:txBody>
      </p:sp>
      <p:sp>
        <p:nvSpPr>
          <p:cNvPr id="2" name="Título 1">
            <a:extLst>
              <a:ext uri="{FF2B5EF4-FFF2-40B4-BE49-F238E27FC236}">
                <a16:creationId xmlns:a16="http://schemas.microsoft.com/office/drawing/2014/main" id="{4C179BAC-E989-4203-B9B4-66280365481B}"/>
              </a:ext>
            </a:extLst>
          </p:cNvPr>
          <p:cNvSpPr>
            <a:spLocks noGrp="1"/>
          </p:cNvSpPr>
          <p:nvPr>
            <p:ph type="title" hasCustomPrompt="1"/>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rtlCol="0">
            <a:noAutofit/>
          </a:bodyPr>
          <a:lstStyle>
            <a:lvl1pPr>
              <a:defRPr sz="1400" spc="300" baseline="0">
                <a:latin typeface="+mn-lt"/>
              </a:defRPr>
            </a:lvl1pPr>
          </a:lstStyle>
          <a:p>
            <a:pPr rtl="0"/>
            <a:r>
              <a:rPr lang="pt-PT" noProof="0"/>
              <a:t>Clique para editar o estilo do título do Modelo Global</a:t>
            </a:r>
          </a:p>
        </p:txBody>
      </p:sp>
      <p:sp>
        <p:nvSpPr>
          <p:cNvPr id="7" name="Marcador de Posição do Texto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rtlCol="0">
            <a:noAutofit/>
          </a:bodyPr>
          <a:lstStyle>
            <a:lvl1pPr marL="0" indent="0" algn="ctr">
              <a:buNone/>
              <a:defRPr sz="3200"/>
            </a:lvl1pPr>
          </a:lstStyle>
          <a:p>
            <a:pPr lvl="0" rtl="0"/>
            <a:r>
              <a:rPr lang="pt-PT" noProof="0"/>
              <a:t>CLIQUE PARA EDITAR OS ESTILOS DE TÍTULO DO MODELO GLOBAL</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údo de 2 Colunas">
    <p:spTree>
      <p:nvGrpSpPr>
        <p:cNvPr id="1" name=""/>
        <p:cNvGrpSpPr/>
        <p:nvPr/>
      </p:nvGrpSpPr>
      <p:grpSpPr>
        <a:xfrm>
          <a:off x="0" y="0"/>
          <a:ext cx="0" cy="0"/>
          <a:chOff x="0" y="0"/>
          <a:chExt cx="0" cy="0"/>
        </a:xfrm>
      </p:grpSpPr>
      <p:sp>
        <p:nvSpPr>
          <p:cNvPr id="17" name="Título 2">
            <a:extLst>
              <a:ext uri="{FF2B5EF4-FFF2-40B4-BE49-F238E27FC236}">
                <a16:creationId xmlns:a16="http://schemas.microsoft.com/office/drawing/2014/main" id="{0EF11611-8537-47CC-87AC-2E25428B72BA}"/>
              </a:ext>
            </a:extLst>
          </p:cNvPr>
          <p:cNvSpPr>
            <a:spLocks noGrp="1"/>
          </p:cNvSpPr>
          <p:nvPr>
            <p:ph type="title" hasCustomPrompt="1"/>
          </p:nvPr>
        </p:nvSpPr>
        <p:spPr>
          <a:xfrm>
            <a:off x="594519" y="1"/>
            <a:ext cx="11002962" cy="1623218"/>
          </a:xfrm>
        </p:spPr>
        <p:txBody>
          <a:bodyPr rtlCol="0" anchor="ctr">
            <a:noAutofit/>
          </a:bodyPr>
          <a:lstStyle/>
          <a:p>
            <a:pPr algn="ctr" rtl="0"/>
            <a:r>
              <a:rPr lang="pt-PT" sz="4800" noProof="0"/>
              <a:t>Clique para editar o estilo do título do Modelo Global</a:t>
            </a:r>
          </a:p>
        </p:txBody>
      </p:sp>
      <p:sp>
        <p:nvSpPr>
          <p:cNvPr id="19" name="Marcador de Posição da Imagem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rtlCol="0">
            <a:noAutofit/>
          </a:bodyPr>
          <a:lstStyle/>
          <a:p>
            <a:pPr rtl="0"/>
            <a:r>
              <a:rPr lang="en-US" noProof="0"/>
              <a:t>Click icon to add picture</a:t>
            </a:r>
            <a:endParaRPr lang="pt-PT" noProof="0"/>
          </a:p>
        </p:txBody>
      </p:sp>
      <p:sp>
        <p:nvSpPr>
          <p:cNvPr id="18" name="Marcador de Posição da Imagem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rtlCol="0">
            <a:noAutofit/>
          </a:bodyPr>
          <a:lstStyle/>
          <a:p>
            <a:pPr rtl="0"/>
            <a:r>
              <a:rPr lang="en-US" noProof="0"/>
              <a:t>Click icon to add picture</a:t>
            </a:r>
            <a:endParaRPr lang="pt-PT" noProof="0"/>
          </a:p>
        </p:txBody>
      </p:sp>
      <p:sp>
        <p:nvSpPr>
          <p:cNvPr id="10" name="Marcador de Posição do Texto 3">
            <a:extLst>
              <a:ext uri="{FF2B5EF4-FFF2-40B4-BE49-F238E27FC236}">
                <a16:creationId xmlns:a16="http://schemas.microsoft.com/office/drawing/2014/main" id="{1E462965-19D7-4A65-B394-9AE76A5B4805}"/>
              </a:ext>
            </a:extLst>
          </p:cNvPr>
          <p:cNvSpPr>
            <a:spLocks noGrp="1"/>
          </p:cNvSpPr>
          <p:nvPr>
            <p:ph type="body" idx="1" hasCustomPrompt="1"/>
          </p:nvPr>
        </p:nvSpPr>
        <p:spPr>
          <a:xfrm>
            <a:off x="469107" y="3864355"/>
            <a:ext cx="5157787" cy="494506"/>
          </a:xfrm>
        </p:spPr>
        <p:txBody>
          <a:bodyPr rtlCol="0">
            <a:noAutofit/>
          </a:bodyPr>
          <a:lstStyle>
            <a:lvl1pPr marL="0" indent="0">
              <a:buNone/>
              <a:defRPr sz="2400"/>
            </a:lvl1pPr>
          </a:lstStyle>
          <a:p>
            <a:pPr lvl="0" rtl="0"/>
            <a:r>
              <a:rPr lang="pt-PT" spc="300" noProof="0">
                <a:solidFill>
                  <a:schemeClr val="tx1"/>
                </a:solidFill>
              </a:rPr>
              <a:t>Clique para editar os Estilos de texto do modelo global</a:t>
            </a:r>
          </a:p>
        </p:txBody>
      </p:sp>
      <p:sp>
        <p:nvSpPr>
          <p:cNvPr id="11" name="Marcador de Posição de Conteúdo 4">
            <a:extLst>
              <a:ext uri="{FF2B5EF4-FFF2-40B4-BE49-F238E27FC236}">
                <a16:creationId xmlns:a16="http://schemas.microsoft.com/office/drawing/2014/main" id="{FAEC14D1-0BEA-4D9A-9D96-A56B6A9B07AC}"/>
              </a:ext>
            </a:extLst>
          </p:cNvPr>
          <p:cNvSpPr>
            <a:spLocks noGrp="1"/>
          </p:cNvSpPr>
          <p:nvPr>
            <p:ph sz="half" idx="2" hasCustomPrompt="1"/>
          </p:nvPr>
        </p:nvSpPr>
        <p:spPr>
          <a:xfrm>
            <a:off x="469107" y="4531139"/>
            <a:ext cx="5157787" cy="2039144"/>
          </a:xfrm>
        </p:spPr>
        <p:txBody>
          <a:bodyPr rtlCol="0">
            <a:noAutofit/>
          </a:bodyPr>
          <a:lstStyle/>
          <a:p>
            <a:pPr lvl="0" rtl="0">
              <a:lnSpc>
                <a:spcPct val="100000"/>
              </a:lnSpc>
              <a:buFont typeface="Wingdings" panose="05000000000000000000" pitchFamily="2" charset="2"/>
              <a:buChar char="§"/>
            </a:pPr>
            <a:r>
              <a:rPr lang="pt-PT" sz="1400" noProof="0">
                <a:solidFill>
                  <a:schemeClr val="tx1"/>
                </a:solidFill>
              </a:rPr>
              <a:t>Clique para editar os Estilos de texto do modelo global</a:t>
            </a:r>
          </a:p>
        </p:txBody>
      </p:sp>
      <p:sp>
        <p:nvSpPr>
          <p:cNvPr id="12" name="Marcador de Posição do Texto 5">
            <a:extLst>
              <a:ext uri="{FF2B5EF4-FFF2-40B4-BE49-F238E27FC236}">
                <a16:creationId xmlns:a16="http://schemas.microsoft.com/office/drawing/2014/main" id="{1507BB47-1AB4-42F2-99FF-453A0622B815}"/>
              </a:ext>
            </a:extLst>
          </p:cNvPr>
          <p:cNvSpPr>
            <a:spLocks noGrp="1"/>
          </p:cNvSpPr>
          <p:nvPr>
            <p:ph type="body" sz="quarter" idx="3" hasCustomPrompt="1"/>
          </p:nvPr>
        </p:nvSpPr>
        <p:spPr>
          <a:xfrm>
            <a:off x="6565107" y="3864355"/>
            <a:ext cx="5183188" cy="494506"/>
          </a:xfrm>
        </p:spPr>
        <p:txBody>
          <a:bodyPr rtlCol="0">
            <a:noAutofit/>
          </a:bodyPr>
          <a:lstStyle>
            <a:lvl1pPr marL="0" indent="0">
              <a:buNone/>
              <a:defRPr sz="2400"/>
            </a:lvl1pPr>
          </a:lstStyle>
          <a:p>
            <a:pPr lvl="0" rtl="0"/>
            <a:r>
              <a:rPr lang="pt-PT" spc="300" noProof="0">
                <a:solidFill>
                  <a:schemeClr val="tx1"/>
                </a:solidFill>
              </a:rPr>
              <a:t>Clique para editar os Estilos de texto do modelo global</a:t>
            </a:r>
          </a:p>
        </p:txBody>
      </p:sp>
      <p:sp>
        <p:nvSpPr>
          <p:cNvPr id="14" name="Marcador de Posição de Conteúdo 6">
            <a:extLst>
              <a:ext uri="{FF2B5EF4-FFF2-40B4-BE49-F238E27FC236}">
                <a16:creationId xmlns:a16="http://schemas.microsoft.com/office/drawing/2014/main" id="{438D6EEA-A0DB-4B5F-8F41-A9C1F2C094C0}"/>
              </a:ext>
            </a:extLst>
          </p:cNvPr>
          <p:cNvSpPr>
            <a:spLocks noGrp="1"/>
          </p:cNvSpPr>
          <p:nvPr>
            <p:ph sz="quarter" idx="4" hasCustomPrompt="1"/>
          </p:nvPr>
        </p:nvSpPr>
        <p:spPr>
          <a:xfrm>
            <a:off x="6565107" y="4531139"/>
            <a:ext cx="5183188" cy="2039144"/>
          </a:xfrm>
        </p:spPr>
        <p:txBody>
          <a:bodyPr rtlCol="0">
            <a:noAutofit/>
          </a:bodyPr>
          <a:lstStyle/>
          <a:p>
            <a:pPr lvl="0" rtl="0">
              <a:lnSpc>
                <a:spcPct val="100000"/>
              </a:lnSpc>
              <a:buFont typeface="Wingdings" panose="05000000000000000000" pitchFamily="2" charset="2"/>
              <a:buChar char="§"/>
            </a:pPr>
            <a:r>
              <a:rPr lang="pt-PT" sz="1400" noProof="0">
                <a:solidFill>
                  <a:schemeClr val="tx1"/>
                </a:solidFill>
              </a:rPr>
              <a:t>Clique para editar os Estilos de texto do modelo global</a:t>
            </a:r>
          </a:p>
        </p:txBody>
      </p:sp>
      <p:sp>
        <p:nvSpPr>
          <p:cNvPr id="20" name="Marcador de Posição do Número do Diapositivo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rtlCol="0">
            <a:noAutofit/>
          </a:bodyPr>
          <a:lstStyle/>
          <a:p>
            <a:pPr rtl="0"/>
            <a:fld id="{8C2E478F-E849-4A8C-AF1F-CBCC78A7CBFA}" type="slidenum">
              <a:rPr lang="pt-PT" noProof="0" smtClean="0"/>
              <a:t>‹#›</a:t>
            </a:fld>
            <a:endParaRPr lang="pt-PT" noProof="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údo de 3 Colunas">
    <p:spTree>
      <p:nvGrpSpPr>
        <p:cNvPr id="1" name=""/>
        <p:cNvGrpSpPr/>
        <p:nvPr/>
      </p:nvGrpSpPr>
      <p:grpSpPr>
        <a:xfrm>
          <a:off x="0" y="0"/>
          <a:ext cx="0" cy="0"/>
          <a:chOff x="0" y="0"/>
          <a:chExt cx="0" cy="0"/>
        </a:xfrm>
      </p:grpSpPr>
      <p:sp>
        <p:nvSpPr>
          <p:cNvPr id="22" name="Título 2">
            <a:extLst>
              <a:ext uri="{FF2B5EF4-FFF2-40B4-BE49-F238E27FC236}">
                <a16:creationId xmlns:a16="http://schemas.microsoft.com/office/drawing/2014/main" id="{6186F91B-547E-43BC-9BCE-04619DAAFEC2}"/>
              </a:ext>
            </a:extLst>
          </p:cNvPr>
          <p:cNvSpPr>
            <a:spLocks noGrp="1"/>
          </p:cNvSpPr>
          <p:nvPr>
            <p:ph type="title" hasCustomPrompt="1"/>
          </p:nvPr>
        </p:nvSpPr>
        <p:spPr>
          <a:xfrm>
            <a:off x="594519" y="1"/>
            <a:ext cx="11002962" cy="1623218"/>
          </a:xfrm>
        </p:spPr>
        <p:txBody>
          <a:bodyPr rtlCol="0" anchor="ctr">
            <a:noAutofit/>
          </a:bodyPr>
          <a:lstStyle/>
          <a:p>
            <a:pPr algn="ctr" rtl="0"/>
            <a:r>
              <a:rPr lang="pt-PT" sz="4800" noProof="0"/>
              <a:t>Clique para editar o estilo do título do Modelo Global</a:t>
            </a:r>
          </a:p>
        </p:txBody>
      </p:sp>
      <p:sp>
        <p:nvSpPr>
          <p:cNvPr id="28" name="Marcador de Posição do Texto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rtlCol="0">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rtl="0"/>
            <a:r>
              <a:rPr lang="pt-PT" noProof="0"/>
              <a:t>CLIQUE PARA EDITAR OS ESTILOS DE TÍTULO DO MODELO GLOBAL</a:t>
            </a:r>
          </a:p>
          <a:p>
            <a:pPr lvl="1" rtl="0"/>
            <a:r>
              <a:rPr lang="pt-PT" noProof="0"/>
              <a:t>Segundo nível</a:t>
            </a:r>
          </a:p>
          <a:p>
            <a:pPr lvl="2" rtl="0"/>
            <a:r>
              <a:rPr lang="pt-PT" noProof="0"/>
              <a:t>Terceiro nível</a:t>
            </a:r>
          </a:p>
          <a:p>
            <a:pPr lvl="3" rtl="0"/>
            <a:r>
              <a:rPr lang="pt-PT" noProof="0"/>
              <a:t>Quarto nível</a:t>
            </a:r>
          </a:p>
          <a:p>
            <a:pPr lvl="4" rtl="0"/>
            <a:r>
              <a:rPr lang="pt-PT" noProof="0"/>
              <a:t>Quinto nível</a:t>
            </a:r>
          </a:p>
        </p:txBody>
      </p:sp>
      <p:sp>
        <p:nvSpPr>
          <p:cNvPr id="24" name="Marcador de Posição da Imagem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rtlCol="0">
            <a:noAutofit/>
          </a:bodyPr>
          <a:lstStyle/>
          <a:p>
            <a:pPr rtl="0"/>
            <a:r>
              <a:rPr lang="en-US" noProof="0"/>
              <a:t>Click icon to add picture</a:t>
            </a:r>
            <a:endParaRPr lang="pt-PT" noProof="0"/>
          </a:p>
        </p:txBody>
      </p:sp>
      <p:sp>
        <p:nvSpPr>
          <p:cNvPr id="25" name="Marcador de Posição da Imagem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rtlCol="0">
            <a:noAutofit/>
          </a:bodyPr>
          <a:lstStyle/>
          <a:p>
            <a:pPr rtl="0"/>
            <a:r>
              <a:rPr lang="en-US" noProof="0"/>
              <a:t>Click icon to add picture</a:t>
            </a:r>
            <a:endParaRPr lang="pt-PT" noProof="0"/>
          </a:p>
        </p:txBody>
      </p:sp>
      <p:sp>
        <p:nvSpPr>
          <p:cNvPr id="26" name="Marcador de Posição da Imagem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rtlCol="0">
            <a:noAutofit/>
          </a:bodyPr>
          <a:lstStyle/>
          <a:p>
            <a:pPr rtl="0"/>
            <a:r>
              <a:rPr lang="en-US" noProof="0"/>
              <a:t>Click icon to add picture</a:t>
            </a:r>
            <a:endParaRPr lang="pt-PT" noProof="0"/>
          </a:p>
        </p:txBody>
      </p:sp>
      <p:sp>
        <p:nvSpPr>
          <p:cNvPr id="29" name="Marcador de Posição do Texto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rtlCol="0">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rtl="0"/>
            <a:r>
              <a:rPr lang="pt-PT" noProof="0"/>
              <a:t>CLIQUE PARA EDITAR OS ESTILOS DE TÍTULO DO MODELO GLOBAL</a:t>
            </a:r>
          </a:p>
          <a:p>
            <a:pPr lvl="1" rtl="0"/>
            <a:r>
              <a:rPr lang="pt-PT" noProof="0"/>
              <a:t>Segundo nível</a:t>
            </a:r>
          </a:p>
          <a:p>
            <a:pPr lvl="2" rtl="0"/>
            <a:r>
              <a:rPr lang="pt-PT" noProof="0"/>
              <a:t>Terceiro nível</a:t>
            </a:r>
          </a:p>
          <a:p>
            <a:pPr lvl="3" rtl="0"/>
            <a:r>
              <a:rPr lang="pt-PT" noProof="0"/>
              <a:t>Quarto nível</a:t>
            </a:r>
          </a:p>
          <a:p>
            <a:pPr lvl="4" rtl="0"/>
            <a:r>
              <a:rPr lang="pt-PT" noProof="0"/>
              <a:t>Quinto nível</a:t>
            </a:r>
          </a:p>
        </p:txBody>
      </p:sp>
      <p:sp>
        <p:nvSpPr>
          <p:cNvPr id="30" name="Marcador de Posição do Texto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rtlCol="0">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rtl="0"/>
            <a:r>
              <a:rPr lang="pt-PT" noProof="0"/>
              <a:t>CLIQUE PARA EDITAR OS ESTILOS DE TÍTULO DO MODELO GLOBAL</a:t>
            </a:r>
          </a:p>
          <a:p>
            <a:pPr lvl="1" rtl="0"/>
            <a:r>
              <a:rPr lang="pt-PT" noProof="0"/>
              <a:t>Segundo nível</a:t>
            </a:r>
          </a:p>
          <a:p>
            <a:pPr lvl="2" rtl="0"/>
            <a:r>
              <a:rPr lang="pt-PT" noProof="0"/>
              <a:t>Terceiro nível</a:t>
            </a:r>
          </a:p>
          <a:p>
            <a:pPr lvl="3" rtl="0"/>
            <a:r>
              <a:rPr lang="pt-PT" noProof="0"/>
              <a:t>Quarto nível</a:t>
            </a:r>
          </a:p>
          <a:p>
            <a:pPr lvl="4" rtl="0"/>
            <a:r>
              <a:rPr lang="pt-PT" noProof="0"/>
              <a:t>Quinto nível</a:t>
            </a:r>
          </a:p>
        </p:txBody>
      </p:sp>
      <p:sp>
        <p:nvSpPr>
          <p:cNvPr id="31" name="Marcador de Posição do Número do Diapositivo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rtlCol="0">
            <a:noAutofit/>
          </a:bodyPr>
          <a:lstStyle/>
          <a:p>
            <a:pPr rtl="0"/>
            <a:fld id="{8C2E478F-E849-4A8C-AF1F-CBCC78A7CBFA}" type="slidenum">
              <a:rPr lang="pt-PT" noProof="0" smtClean="0"/>
              <a:t>‹#›</a:t>
            </a:fld>
            <a:endParaRPr lang="pt-PT" noProof="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sumo">
    <p:spTree>
      <p:nvGrpSpPr>
        <p:cNvPr id="1" name=""/>
        <p:cNvGrpSpPr/>
        <p:nvPr/>
      </p:nvGrpSpPr>
      <p:grpSpPr>
        <a:xfrm>
          <a:off x="0" y="0"/>
          <a:ext cx="0" cy="0"/>
          <a:chOff x="0" y="0"/>
          <a:chExt cx="0" cy="0"/>
        </a:xfrm>
      </p:grpSpPr>
      <p:sp>
        <p:nvSpPr>
          <p:cNvPr id="9" name="Marcador de Posição da Imagem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rtlCol="0" anchor="ctr"/>
          <a:lstStyle>
            <a:lvl1pPr marL="0" indent="0" algn="ctr">
              <a:buNone/>
              <a:defRPr/>
            </a:lvl1pPr>
          </a:lstStyle>
          <a:p>
            <a:pPr rtl="0"/>
            <a:r>
              <a:rPr lang="en-US" noProof="0"/>
              <a:t>Click icon to add picture</a:t>
            </a:r>
            <a:endParaRPr lang="pt-PT" noProof="0"/>
          </a:p>
        </p:txBody>
      </p:sp>
      <p:sp>
        <p:nvSpPr>
          <p:cNvPr id="11" name="Marcador de Posição do Número do Diapositivo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8C2E478F-E849-4A8C-AF1F-CBCC78A7CBFA}" type="slidenum">
              <a:rPr lang="pt-PT" noProof="0" smtClean="0"/>
              <a:t>‹#›</a:t>
            </a:fld>
            <a:endParaRPr lang="pt-PT" noProof="0"/>
          </a:p>
        </p:txBody>
      </p:sp>
      <p:sp>
        <p:nvSpPr>
          <p:cNvPr id="16" name="Marcador de Posição de Conteúdo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rtlCol="0">
            <a:noAutofit/>
          </a:bodyPr>
          <a:lstStyle>
            <a:lvl1pPr>
              <a:defRPr/>
            </a:lvl1pPr>
          </a:lstStyle>
          <a:p>
            <a:pPr marL="0" indent="0" rtl="0">
              <a:lnSpc>
                <a:spcPct val="100000"/>
              </a:lnSpc>
              <a:buNone/>
            </a:pPr>
            <a:r>
              <a:rPr lang="pt-PT" sz="1600" noProof="0">
                <a:cs typeface="Biome Light" panose="020B0303030204020804" pitchFamily="34" charset="0"/>
              </a:rPr>
              <a:t>Clique para editar o estilo de título do modelo global</a:t>
            </a:r>
          </a:p>
          <a:p>
            <a:pPr marL="0" indent="0" rtl="0">
              <a:buNone/>
            </a:pPr>
            <a:endParaRPr lang="pt-PT" noProof="0"/>
          </a:p>
        </p:txBody>
      </p:sp>
      <p:sp>
        <p:nvSpPr>
          <p:cNvPr id="17" name="Marcador de Posição do Número do Diapositivo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8C2E478F-E849-4A8C-AF1F-CBCC78A7CBFA}" type="slidenum">
              <a:rPr lang="pt-PT" noProof="0" smtClean="0"/>
              <a:pPr rtl="0"/>
              <a:t>‹#›</a:t>
            </a:fld>
            <a:endParaRPr lang="pt-PT" noProof="0"/>
          </a:p>
        </p:txBody>
      </p:sp>
      <p:sp>
        <p:nvSpPr>
          <p:cNvPr id="7" name="Título 1">
            <a:extLst>
              <a:ext uri="{FF2B5EF4-FFF2-40B4-BE49-F238E27FC236}">
                <a16:creationId xmlns:a16="http://schemas.microsoft.com/office/drawing/2014/main" id="{76CDEBF2-B5C9-4887-B717-81C3D1A73CA9}"/>
              </a:ext>
            </a:extLst>
          </p:cNvPr>
          <p:cNvSpPr>
            <a:spLocks noGrp="1"/>
          </p:cNvSpPr>
          <p:nvPr>
            <p:ph type="title" hasCustomPrompt="1"/>
          </p:nvPr>
        </p:nvSpPr>
        <p:spPr>
          <a:xfrm>
            <a:off x="6095999" y="612037"/>
            <a:ext cx="5897218" cy="884238"/>
          </a:xfrm>
        </p:spPr>
        <p:txBody>
          <a:bodyPr lIns="91440" rIns="91440" rtlCol="0" anchor="t">
            <a:noAutofit/>
          </a:bodyPr>
          <a:lstStyle>
            <a:lvl1pPr algn="l">
              <a:lnSpc>
                <a:spcPct val="150000"/>
              </a:lnSpc>
              <a:spcBef>
                <a:spcPts val="1000"/>
              </a:spcBef>
              <a:defRPr sz="3200">
                <a:solidFill>
                  <a:schemeClr val="tx1"/>
                </a:solidFill>
              </a:defRPr>
            </a:lvl1pPr>
          </a:lstStyle>
          <a:p>
            <a:pPr rtl="0"/>
            <a:r>
              <a:rPr lang="pt-PT" noProof="0"/>
              <a:t>Clique para editar o estilo do título do Modelo Global</a:t>
            </a:r>
          </a:p>
        </p:txBody>
      </p:sp>
      <p:sp>
        <p:nvSpPr>
          <p:cNvPr id="2" name="Retângulo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PT" noProof="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echo">
    <p:bg>
      <p:bgRef idx="1001">
        <a:schemeClr val="bg1"/>
      </p:bgRef>
    </p:bg>
    <p:spTree>
      <p:nvGrpSpPr>
        <p:cNvPr id="1" name=""/>
        <p:cNvGrpSpPr/>
        <p:nvPr/>
      </p:nvGrpSpPr>
      <p:grpSpPr>
        <a:xfrm>
          <a:off x="0" y="0"/>
          <a:ext cx="0" cy="0"/>
          <a:chOff x="0" y="0"/>
          <a:chExt cx="0" cy="0"/>
        </a:xfrm>
      </p:grpSpPr>
      <p:sp>
        <p:nvSpPr>
          <p:cNvPr id="3" name="Marcador de Posição da Imagem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rtlCol="0"/>
          <a:lstStyle>
            <a:lvl1pPr marL="0" indent="0" algn="ctr">
              <a:buNone/>
              <a:defRPr/>
            </a:lvl1pPr>
          </a:lstStyle>
          <a:p>
            <a:pPr rtl="0"/>
            <a:r>
              <a:rPr lang="en-US" noProof="0"/>
              <a:t>Click icon to add picture</a:t>
            </a:r>
            <a:endParaRPr lang="pt-PT" noProof="0"/>
          </a:p>
        </p:txBody>
      </p:sp>
      <p:sp>
        <p:nvSpPr>
          <p:cNvPr id="6" name="Título 5">
            <a:extLst>
              <a:ext uri="{FF2B5EF4-FFF2-40B4-BE49-F238E27FC236}">
                <a16:creationId xmlns:a16="http://schemas.microsoft.com/office/drawing/2014/main" id="{D9074D0F-754F-4F2C-A410-F222D2D2346E}"/>
              </a:ext>
            </a:extLst>
          </p:cNvPr>
          <p:cNvSpPr>
            <a:spLocks noGrp="1"/>
          </p:cNvSpPr>
          <p:nvPr>
            <p:ph type="title" idx="4294967295" hasCustomPrompt="1"/>
          </p:nvPr>
        </p:nvSpPr>
        <p:spPr>
          <a:xfrm>
            <a:off x="702365" y="1660810"/>
            <a:ext cx="10787270" cy="830649"/>
          </a:xfrm>
        </p:spPr>
        <p:txBody>
          <a:bodyPr rtlCol="0">
            <a:noAutofit/>
          </a:bodyPr>
          <a:lstStyle/>
          <a:p>
            <a:pPr rtl="0"/>
            <a:r>
              <a:rPr lang="pt-PT" sz="4000" spc="300" noProof="0"/>
              <a:t>Clique para editar o estilo do título do Modelo Global</a:t>
            </a:r>
          </a:p>
        </p:txBody>
      </p:sp>
      <p:sp>
        <p:nvSpPr>
          <p:cNvPr id="14" name="Marcador de Posição do Texto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rtlCol="0">
            <a:noAutofit/>
          </a:bodyPr>
          <a:lstStyle>
            <a:lvl1pPr marL="0" indent="0" algn="ctr">
              <a:buNone/>
              <a:defRPr sz="1800" spc="300">
                <a:solidFill>
                  <a:schemeClr val="tx1"/>
                </a:solidFill>
              </a:defRPr>
            </a:lvl1pPr>
            <a:lvl2pPr marL="457200" indent="0">
              <a:buNone/>
              <a:defRPr/>
            </a:lvl2pPr>
          </a:lstStyle>
          <a:p>
            <a:pPr lvl="0" rtl="0"/>
            <a:r>
              <a:rPr lang="pt-PT" noProof="0"/>
              <a:t>CLIQUE PARA EDITAR OS ESTILOS DE TÍTULO DO MODELO GLOBAL</a:t>
            </a:r>
          </a:p>
        </p:txBody>
      </p:sp>
      <p:sp>
        <p:nvSpPr>
          <p:cNvPr id="31" name="Marcador de Posição do Texto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rtlCol="0">
            <a:noAutofit/>
          </a:bodyPr>
          <a:lstStyle>
            <a:lvl1pPr marL="0" indent="0" algn="ctr">
              <a:buNone/>
              <a:defRPr sz="1800" spc="300">
                <a:solidFill>
                  <a:schemeClr val="tx1"/>
                </a:solidFill>
              </a:defRPr>
            </a:lvl1pPr>
            <a:lvl2pPr marL="457200" indent="0">
              <a:buNone/>
              <a:defRPr/>
            </a:lvl2pPr>
          </a:lstStyle>
          <a:p>
            <a:pPr lvl="0" rtl="0"/>
            <a:r>
              <a:rPr lang="pt-PT" noProof="0"/>
              <a:t>CLIQUE PARA EDITAR</a:t>
            </a:r>
          </a:p>
        </p:txBody>
      </p:sp>
      <p:sp>
        <p:nvSpPr>
          <p:cNvPr id="32" name="Marcador de Posição do Texto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rtlCol="0">
            <a:noAutofit/>
          </a:bodyPr>
          <a:lstStyle>
            <a:lvl1pPr marL="0" indent="0" algn="ctr">
              <a:buNone/>
              <a:defRPr sz="1800" spc="300">
                <a:solidFill>
                  <a:schemeClr val="tx1"/>
                </a:solidFill>
              </a:defRPr>
            </a:lvl1pPr>
            <a:lvl2pPr marL="457200" indent="0">
              <a:buNone/>
              <a:defRPr/>
            </a:lvl2pPr>
          </a:lstStyle>
          <a:p>
            <a:pPr lvl="0" rtl="0"/>
            <a:r>
              <a:rPr lang="pt-PT" noProof="0"/>
              <a:t>clique para editar</a:t>
            </a:r>
          </a:p>
        </p:txBody>
      </p:sp>
      <p:sp>
        <p:nvSpPr>
          <p:cNvPr id="33" name="Marcador de Posição do Texto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rtlCol="0">
            <a:noAutofit/>
          </a:bodyPr>
          <a:lstStyle>
            <a:lvl1pPr marL="0" indent="0" algn="ctr">
              <a:buNone/>
              <a:defRPr sz="1800" spc="300">
                <a:solidFill>
                  <a:schemeClr val="tx1"/>
                </a:solidFill>
              </a:defRPr>
            </a:lvl1pPr>
            <a:lvl2pPr marL="457200" indent="0">
              <a:buNone/>
              <a:defRPr/>
            </a:lvl2pPr>
          </a:lstStyle>
          <a:p>
            <a:pPr lvl="0" rtl="0"/>
            <a:r>
              <a:rPr lang="pt-PT" noProof="0"/>
              <a:t>clique para editar</a:t>
            </a:r>
          </a:p>
        </p:txBody>
      </p:sp>
      <p:sp>
        <p:nvSpPr>
          <p:cNvPr id="34" name="Marcador de Posição de Imagem Online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rtlCol="0">
            <a:noAutofit/>
          </a:bodyPr>
          <a:lstStyle>
            <a:lvl1pPr marL="0" indent="0">
              <a:buNone/>
              <a:defRPr/>
            </a:lvl1pPr>
          </a:lstStyle>
          <a:p>
            <a:pPr rtl="0"/>
            <a:r>
              <a:rPr lang="pt-PT" noProof="0"/>
              <a:t>Ícone</a:t>
            </a:r>
          </a:p>
        </p:txBody>
      </p:sp>
      <p:sp>
        <p:nvSpPr>
          <p:cNvPr id="35" name="Marcador de Posição de Imagem Online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rtlCol="0">
            <a:noAutofit/>
          </a:bodyPr>
          <a:lstStyle>
            <a:lvl1pPr marL="0" indent="0">
              <a:buNone/>
              <a:defRPr/>
            </a:lvl1pPr>
          </a:lstStyle>
          <a:p>
            <a:pPr rtl="0"/>
            <a:r>
              <a:rPr lang="pt-PT" noProof="0"/>
              <a:t>Ícone</a:t>
            </a:r>
          </a:p>
        </p:txBody>
      </p:sp>
      <p:sp>
        <p:nvSpPr>
          <p:cNvPr id="36" name="Marcador de Posição de Imagem Online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rtlCol="0">
            <a:noAutofit/>
          </a:bodyPr>
          <a:lstStyle>
            <a:lvl1pPr marL="0" indent="0">
              <a:buNone/>
              <a:defRPr/>
            </a:lvl1pPr>
          </a:lstStyle>
          <a:p>
            <a:pPr rtl="0"/>
            <a:r>
              <a:rPr lang="pt-PT" noProof="0"/>
              <a:t>Ícone</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pPr rtl="0"/>
            <a:r>
              <a:rPr lang="pt-PT" noProof="0"/>
              <a:t>Clique para editar o estilo do título do Modelo Global</a:t>
            </a:r>
          </a:p>
        </p:txBody>
      </p:sp>
      <p:sp>
        <p:nvSpPr>
          <p:cNvPr id="3" name="Marcador de Posição do Texto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rtl="0"/>
            <a:r>
              <a:rPr lang="pt-PT" noProof="0" dirty="0"/>
              <a:t>Clique para editar os Estilos de texto do modelo global</a:t>
            </a:r>
          </a:p>
          <a:p>
            <a:pPr lvl="1" rtl="0"/>
            <a:r>
              <a:rPr lang="pt-PT" noProof="0" dirty="0"/>
              <a:t>Segundo nível</a:t>
            </a:r>
          </a:p>
          <a:p>
            <a:pPr lvl="2" rtl="0"/>
            <a:r>
              <a:rPr lang="pt-PT" noProof="0" dirty="0"/>
              <a:t>Terceiro nível</a:t>
            </a:r>
          </a:p>
          <a:p>
            <a:pPr lvl="3" rtl="0"/>
            <a:r>
              <a:rPr lang="pt-PT" noProof="0" dirty="0"/>
              <a:t>Quarto nível</a:t>
            </a:r>
          </a:p>
          <a:p>
            <a:pPr lvl="4" rtl="0"/>
            <a:r>
              <a:rPr lang="pt-PT" noProof="0" dirty="0"/>
              <a:t>Quinto nível</a:t>
            </a:r>
          </a:p>
        </p:txBody>
      </p:sp>
      <p:sp>
        <p:nvSpPr>
          <p:cNvPr id="5" name="Marcador de Posição do Rodapé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pt-PT" noProof="0"/>
              <a:t>Adicione um rodapé</a:t>
            </a:r>
          </a:p>
        </p:txBody>
      </p:sp>
      <p:sp>
        <p:nvSpPr>
          <p:cNvPr id="6" name="Marcador de Posição do Número do Diapositivo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8C2E478F-E849-4A8C-AF1F-CBCC78A7CBFA}" type="slidenum">
              <a:rPr lang="pt-PT" noProof="0" smtClean="0"/>
              <a:t>‹#›</a:t>
            </a:fld>
            <a:endParaRPr lang="pt-PT" noProof="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Marcador de Posição da Imagem 7" descr="imagem abstrata">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p:pic>
      <p:sp>
        <p:nvSpPr>
          <p:cNvPr id="9" name="Título 8">
            <a:extLst>
              <a:ext uri="{FF2B5EF4-FFF2-40B4-BE49-F238E27FC236}">
                <a16:creationId xmlns:a16="http://schemas.microsoft.com/office/drawing/2014/main" id="{79DC1498-E692-42BA-B69F-6D37E6CFACA0}"/>
              </a:ext>
            </a:extLst>
          </p:cNvPr>
          <p:cNvSpPr>
            <a:spLocks noGrp="1"/>
          </p:cNvSpPr>
          <p:nvPr>
            <p:ph type="title"/>
          </p:nvPr>
        </p:nvSpPr>
        <p:spPr/>
        <p:txBody>
          <a:bodyPr rtlCol="0"/>
          <a:lstStyle/>
          <a:p>
            <a:pPr rtl="0"/>
            <a:r>
              <a:rPr lang="pt-PT" noProof="1"/>
              <a:t>Natural language processing</a:t>
            </a:r>
          </a:p>
        </p:txBody>
      </p:sp>
      <p:sp>
        <p:nvSpPr>
          <p:cNvPr id="3" name="Marcador de Posição do Texto 2">
            <a:extLst>
              <a:ext uri="{FF2B5EF4-FFF2-40B4-BE49-F238E27FC236}">
                <a16:creationId xmlns:a16="http://schemas.microsoft.com/office/drawing/2014/main" id="{C0AE828D-1E63-455F-949D-0C5454A7FE88}"/>
              </a:ext>
            </a:extLst>
          </p:cNvPr>
          <p:cNvSpPr>
            <a:spLocks noGrp="1"/>
          </p:cNvSpPr>
          <p:nvPr>
            <p:ph type="body" sz="quarter" idx="12"/>
          </p:nvPr>
        </p:nvSpPr>
        <p:spPr/>
        <p:txBody>
          <a:bodyPr rtlCol="0"/>
          <a:lstStyle/>
          <a:p>
            <a:r>
              <a:rPr lang="pt-PT" noProof="1"/>
              <a:t>LUÍS FIUNTE </a:t>
            </a:r>
            <a:r>
              <a:rPr lang="pt-PT" b="1" dirty="0"/>
              <a:t>·</a:t>
            </a:r>
            <a:r>
              <a:rPr lang="pt-PT" dirty="0"/>
              <a:t> JOÃO GUEDES</a:t>
            </a:r>
            <a:endParaRPr lang="pt-PT" noProof="1"/>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3DA247-2F35-4FB8-903D-FB32D7B852D9}"/>
              </a:ext>
            </a:extLst>
          </p:cNvPr>
          <p:cNvSpPr>
            <a:spLocks noGrp="1"/>
          </p:cNvSpPr>
          <p:nvPr>
            <p:ph type="title"/>
          </p:nvPr>
        </p:nvSpPr>
        <p:spPr>
          <a:xfrm>
            <a:off x="594519" y="541549"/>
            <a:ext cx="11002962" cy="823913"/>
          </a:xfrm>
        </p:spPr>
        <p:txBody>
          <a:bodyPr rtlCol="0"/>
          <a:lstStyle/>
          <a:p>
            <a:pPr rtl="0"/>
            <a:r>
              <a:rPr lang="pt-PT" noProof="1"/>
              <a:t>introduction</a:t>
            </a:r>
          </a:p>
        </p:txBody>
      </p:sp>
      <p:sp>
        <p:nvSpPr>
          <p:cNvPr id="3" name="Marcador de Posição do Número do Diapositivo 2">
            <a:extLst>
              <a:ext uri="{FF2B5EF4-FFF2-40B4-BE49-F238E27FC236}">
                <a16:creationId xmlns:a16="http://schemas.microsoft.com/office/drawing/2014/main" id="{FBDE7135-9153-4AEB-AC1F-4B951B7A76F2}"/>
              </a:ext>
            </a:extLst>
          </p:cNvPr>
          <p:cNvSpPr>
            <a:spLocks noGrp="1"/>
          </p:cNvSpPr>
          <p:nvPr>
            <p:ph type="sldNum" sz="quarter" idx="11"/>
          </p:nvPr>
        </p:nvSpPr>
        <p:spPr/>
        <p:txBody>
          <a:bodyPr rtlCol="0"/>
          <a:lstStyle/>
          <a:p>
            <a:pPr rtl="0"/>
            <a:fld id="{8C2E478F-E849-4A8C-AF1F-CBCC78A7CBFA}" type="slidenum">
              <a:rPr lang="pt-PT" noProof="1" dirty="0" smtClean="0"/>
              <a:t>2</a:t>
            </a:fld>
            <a:endParaRPr lang="pt-PT" noProof="1"/>
          </a:p>
        </p:txBody>
      </p:sp>
      <p:sp>
        <p:nvSpPr>
          <p:cNvPr id="4" name="TextBox 3">
            <a:extLst>
              <a:ext uri="{FF2B5EF4-FFF2-40B4-BE49-F238E27FC236}">
                <a16:creationId xmlns:a16="http://schemas.microsoft.com/office/drawing/2014/main" id="{DF28BDBB-8089-1FA5-C173-487A93DCF5BF}"/>
              </a:ext>
            </a:extLst>
          </p:cNvPr>
          <p:cNvSpPr txBox="1"/>
          <p:nvPr/>
        </p:nvSpPr>
        <p:spPr>
          <a:xfrm>
            <a:off x="594519" y="1478116"/>
            <a:ext cx="11002962" cy="5355312"/>
          </a:xfrm>
          <a:prstGeom prst="rect">
            <a:avLst/>
          </a:prstGeom>
          <a:noFill/>
        </p:spPr>
        <p:txBody>
          <a:bodyPr wrap="square" rtlCol="0">
            <a:spAutoFit/>
          </a:bodyPr>
          <a:lstStyle/>
          <a:p>
            <a:pPr marL="285750" indent="-285750">
              <a:buFont typeface="Arial" panose="020B0604020202020204" pitchFamily="34" charset="0"/>
              <a:buChar char="•"/>
            </a:pPr>
            <a:r>
              <a:rPr lang="en-US" dirty="0"/>
              <a:t>This project utilizes the Hugging Face </a:t>
            </a:r>
            <a:r>
              <a:rPr lang="en-US" dirty="0" err="1"/>
              <a:t>ADS509</a:t>
            </a:r>
            <a:r>
              <a:rPr lang="en-US" dirty="0"/>
              <a:t>/</a:t>
            </a:r>
            <a:r>
              <a:rPr lang="en-US" dirty="0" err="1"/>
              <a:t>full_experiment_labels</a:t>
            </a:r>
            <a:r>
              <a:rPr lang="en-US" dirty="0"/>
              <a:t> dataset.</a:t>
            </a:r>
          </a:p>
          <a:p>
            <a:pPr marL="285750" indent="-285750">
              <a:buFont typeface="Arial" panose="020B0604020202020204" pitchFamily="34" charset="0"/>
              <a:buChar char="•"/>
            </a:pPr>
            <a:r>
              <a:rPr lang="en-US" dirty="0"/>
              <a:t>It is a text classification dataset containing a collection of opinionated text snippets and social commentary, already partitioned into standard training (</a:t>
            </a:r>
            <a:r>
              <a:rPr lang="pt-PT" dirty="0"/>
              <a:t>49,268 </a:t>
            </a:r>
            <a:r>
              <a:rPr lang="pt-PT" dirty="0" err="1"/>
              <a:t>examples</a:t>
            </a:r>
            <a:r>
              <a:rPr lang="pt-PT" dirty="0"/>
              <a:t>)</a:t>
            </a:r>
            <a:r>
              <a:rPr lang="en-US" dirty="0"/>
              <a:t>, validation (</a:t>
            </a:r>
            <a:r>
              <a:rPr lang="pt-PT" dirty="0"/>
              <a:t>10,557 </a:t>
            </a:r>
            <a:r>
              <a:rPr lang="pt-PT" dirty="0" err="1"/>
              <a:t>examples</a:t>
            </a:r>
            <a:r>
              <a:rPr lang="pt-PT" dirty="0"/>
              <a:t>)</a:t>
            </a:r>
            <a:r>
              <a:rPr lang="en-US" dirty="0"/>
              <a:t>, and testing (10,558 examples) splits. </a:t>
            </a:r>
          </a:p>
          <a:p>
            <a:pPr marL="285750" indent="-285750">
              <a:buFont typeface="Arial" panose="020B0604020202020204" pitchFamily="34" charset="0"/>
              <a:buChar char="•"/>
            </a:pPr>
            <a:r>
              <a:rPr lang="en-US" dirty="0"/>
              <a:t>The dataset consists of social media comments focused on political discourse. Data was collected by querying for "politics" or "US Politics" across five distinct online platforms: YouTube, Hacker News, </a:t>
            </a:r>
            <a:r>
              <a:rPr lang="en-US" dirty="0" err="1"/>
              <a:t>MetaFilter</a:t>
            </a:r>
            <a:r>
              <a:rPr lang="en-US" dirty="0"/>
              <a:t>, Reddit, and BlueSky. The collection timeframe spans from 2024 to mid-February 2026.</a:t>
            </a:r>
          </a:p>
          <a:p>
            <a:pPr marL="285750" indent="-285750">
              <a:buFont typeface="Arial" panose="020B0604020202020204" pitchFamily="34" charset="0"/>
              <a:buChar char="•"/>
            </a:pPr>
            <a:r>
              <a:rPr lang="en-US" dirty="0"/>
              <a:t>The dataset features five distinct classes, mapping conversational intents to integer labels:</a:t>
            </a:r>
          </a:p>
          <a:p>
            <a:pPr marL="742950" lvl="1" indent="-285750">
              <a:buFont typeface="Arial" panose="020B0604020202020204" pitchFamily="34" charset="0"/>
              <a:buChar char="•"/>
            </a:pPr>
            <a:r>
              <a:rPr lang="en-US" dirty="0"/>
              <a:t>Neutral (0): Clarifying questions, meta-commentary, or off-topic remarks.</a:t>
            </a:r>
          </a:p>
          <a:p>
            <a:pPr marL="742950" lvl="1" indent="-285750">
              <a:buFont typeface="Arial" panose="020B0604020202020204" pitchFamily="34" charset="0"/>
              <a:buChar char="•"/>
            </a:pPr>
            <a:r>
              <a:rPr lang="en-US" dirty="0"/>
              <a:t>Opinion (1): Value judgments or stances without substantial reasoning.</a:t>
            </a:r>
          </a:p>
          <a:p>
            <a:pPr marL="742950" lvl="1" indent="-285750">
              <a:buFont typeface="Arial" panose="020B0604020202020204" pitchFamily="34" charset="0"/>
              <a:buChar char="•"/>
            </a:pPr>
            <a:r>
              <a:rPr lang="en-US" dirty="0"/>
              <a:t>Argumentative (2): Specific claims or assertions supported by reasoning, evidence, or anecdotes aiming to persuade.</a:t>
            </a:r>
          </a:p>
          <a:p>
            <a:pPr marL="742950" lvl="1" indent="-285750">
              <a:buFont typeface="Arial" panose="020B0604020202020204" pitchFamily="34" charset="0"/>
              <a:buChar char="•"/>
            </a:pPr>
            <a:r>
              <a:rPr lang="en-US" dirty="0"/>
              <a:t>Expressive (3): Emotional reactions, sarcasm, venting, or performative agreement/disagreement.</a:t>
            </a:r>
          </a:p>
          <a:p>
            <a:pPr marL="742950" lvl="1" indent="-285750">
              <a:buFont typeface="Arial" panose="020B0604020202020204" pitchFamily="34" charset="0"/>
              <a:buChar char="•"/>
            </a:pPr>
            <a:r>
              <a:rPr lang="en-US" dirty="0"/>
              <a:t>Informational (4): Sharing facts, data, links, or context with low emotional affect.</a:t>
            </a:r>
          </a:p>
          <a:p>
            <a:pPr marL="285750" indent="-285750">
              <a:buFont typeface="Arial" panose="020B0604020202020204" pitchFamily="34" charset="0"/>
              <a:buChar char="•"/>
            </a:pPr>
            <a:r>
              <a:rPr lang="en-US" dirty="0"/>
              <a:t>The creators of the dataset applied several initial cleaning steps before publication. Approximately 2,000 to 3,000 duplicate comments and all </a:t>
            </a:r>
            <a:r>
              <a:rPr lang="en-US" dirty="0" err="1"/>
              <a:t>NaN</a:t>
            </a:r>
            <a:r>
              <a:rPr lang="en-US" dirty="0"/>
              <a:t> values were removed. The text underwent standardization: emojis were converted into text representations, all text was lowercased, HTML artifacts were stripped, URLs were replaced with a generic [URL] tag, and escaped characters (e.g., ") were converted back to standard text.</a:t>
            </a:r>
          </a:p>
          <a:p>
            <a:pPr marL="285750" indent="-285750">
              <a:buFont typeface="Arial" panose="020B0604020202020204" pitchFamily="34" charset="0"/>
              <a:buChar char="•"/>
            </a:pPr>
            <a:endParaRPr lang="pt-PT" dirty="0"/>
          </a:p>
        </p:txBody>
      </p:sp>
    </p:spTree>
    <p:extLst>
      <p:ext uri="{BB962C8B-B14F-4D97-AF65-F5344CB8AC3E}">
        <p14:creationId xmlns:p14="http://schemas.microsoft.com/office/powerpoint/2010/main" val="869470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D5AF-9B1E-3FEB-27AD-05CCB9663C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2E5F3E6-6921-C59D-BBCE-8DA5CFDEFD97}"/>
              </a:ext>
            </a:extLst>
          </p:cNvPr>
          <p:cNvSpPr>
            <a:spLocks noGrp="1"/>
          </p:cNvSpPr>
          <p:nvPr>
            <p:ph type="title"/>
          </p:nvPr>
        </p:nvSpPr>
        <p:spPr>
          <a:xfrm>
            <a:off x="594519" y="541549"/>
            <a:ext cx="11002962" cy="823913"/>
          </a:xfrm>
        </p:spPr>
        <p:txBody>
          <a:bodyPr rtlCol="0"/>
          <a:lstStyle/>
          <a:p>
            <a:pPr rtl="0"/>
            <a:r>
              <a:rPr lang="pt-PT" noProof="1"/>
              <a:t>EDA</a:t>
            </a:r>
          </a:p>
        </p:txBody>
      </p:sp>
      <p:sp>
        <p:nvSpPr>
          <p:cNvPr id="3" name="Marcador de Posição do Número do Diapositivo 2">
            <a:extLst>
              <a:ext uri="{FF2B5EF4-FFF2-40B4-BE49-F238E27FC236}">
                <a16:creationId xmlns:a16="http://schemas.microsoft.com/office/drawing/2014/main" id="{023532C8-A254-BB33-CE99-F971612F154C}"/>
              </a:ext>
            </a:extLst>
          </p:cNvPr>
          <p:cNvSpPr>
            <a:spLocks noGrp="1"/>
          </p:cNvSpPr>
          <p:nvPr>
            <p:ph type="sldNum" sz="quarter" idx="11"/>
          </p:nvPr>
        </p:nvSpPr>
        <p:spPr/>
        <p:txBody>
          <a:bodyPr rtlCol="0"/>
          <a:lstStyle/>
          <a:p>
            <a:pPr rtl="0"/>
            <a:fld id="{8C2E478F-E849-4A8C-AF1F-CBCC78A7CBFA}" type="slidenum">
              <a:rPr lang="pt-PT" noProof="1" smtClean="0"/>
              <a:t>3</a:t>
            </a:fld>
            <a:endParaRPr lang="pt-PT" noProof="1"/>
          </a:p>
        </p:txBody>
      </p:sp>
      <p:pic>
        <p:nvPicPr>
          <p:cNvPr id="6" name="Picture 5">
            <a:extLst>
              <a:ext uri="{FF2B5EF4-FFF2-40B4-BE49-F238E27FC236}">
                <a16:creationId xmlns:a16="http://schemas.microsoft.com/office/drawing/2014/main" id="{5E1D16C1-DA81-1091-832C-714A5A556C36}"/>
              </a:ext>
            </a:extLst>
          </p:cNvPr>
          <p:cNvPicPr>
            <a:picLocks noChangeAspect="1"/>
          </p:cNvPicPr>
          <p:nvPr/>
        </p:nvPicPr>
        <p:blipFill>
          <a:blip r:embed="rId3"/>
          <a:stretch>
            <a:fillRect/>
          </a:stretch>
        </p:blipFill>
        <p:spPr>
          <a:xfrm>
            <a:off x="819466" y="1658649"/>
            <a:ext cx="4698981" cy="4460049"/>
          </a:xfrm>
          <a:prstGeom prst="rect">
            <a:avLst/>
          </a:prstGeom>
        </p:spPr>
      </p:pic>
      <p:pic>
        <p:nvPicPr>
          <p:cNvPr id="10" name="Picture 9">
            <a:extLst>
              <a:ext uri="{FF2B5EF4-FFF2-40B4-BE49-F238E27FC236}">
                <a16:creationId xmlns:a16="http://schemas.microsoft.com/office/drawing/2014/main" id="{1164E1D9-B5CA-C8D1-DBDB-1644CFD097EB}"/>
              </a:ext>
            </a:extLst>
          </p:cNvPr>
          <p:cNvPicPr>
            <a:picLocks noChangeAspect="1"/>
          </p:cNvPicPr>
          <p:nvPr/>
        </p:nvPicPr>
        <p:blipFill>
          <a:blip r:embed="rId4"/>
          <a:stretch>
            <a:fillRect/>
          </a:stretch>
        </p:blipFill>
        <p:spPr>
          <a:xfrm>
            <a:off x="5667733" y="1972448"/>
            <a:ext cx="6239057" cy="4146250"/>
          </a:xfrm>
          <a:prstGeom prst="rect">
            <a:avLst/>
          </a:prstGeom>
        </p:spPr>
      </p:pic>
    </p:spTree>
    <p:extLst>
      <p:ext uri="{BB962C8B-B14F-4D97-AF65-F5344CB8AC3E}">
        <p14:creationId xmlns:p14="http://schemas.microsoft.com/office/powerpoint/2010/main" val="3494298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A74F91-3E70-D7AE-8FEC-F0A943A28CB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8EB266-E9A4-34B8-B2B6-6C0EEA609F67}"/>
              </a:ext>
            </a:extLst>
          </p:cNvPr>
          <p:cNvSpPr>
            <a:spLocks noGrp="1"/>
          </p:cNvSpPr>
          <p:nvPr>
            <p:ph type="title"/>
          </p:nvPr>
        </p:nvSpPr>
        <p:spPr>
          <a:xfrm>
            <a:off x="630936" y="640080"/>
            <a:ext cx="4818888" cy="1481328"/>
          </a:xfrm>
        </p:spPr>
        <p:txBody>
          <a:bodyPr vert="horz" lIns="91440" tIns="45720" rIns="91440" bIns="45720" rtlCol="0" anchor="b">
            <a:normAutofit/>
          </a:bodyPr>
          <a:lstStyle/>
          <a:p>
            <a:pPr algn="l">
              <a:lnSpc>
                <a:spcPct val="90000"/>
              </a:lnSpc>
            </a:pPr>
            <a:r>
              <a:rPr lang="en-US" sz="5000" kern="1200" noProof="1">
                <a:solidFill>
                  <a:schemeClr val="tx1"/>
                </a:solidFill>
                <a:latin typeface="+mj-lt"/>
                <a:ea typeface="+mj-ea"/>
                <a:cs typeface="+mj-cs"/>
              </a:rPr>
              <a:t>PRE-PROCESSING</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5051511-23F4-D64E-5B35-473B83BE00A2}"/>
              </a:ext>
            </a:extLst>
          </p:cNvPr>
          <p:cNvSpPr txBox="1"/>
          <p:nvPr/>
        </p:nvSpPr>
        <p:spPr>
          <a:xfrm>
            <a:off x="630936" y="2660904"/>
            <a:ext cx="4818888" cy="3547872"/>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1400" b="1" dirty="0"/>
              <a:t>Lowercasing &amp; Non-alphabetical Removal:</a:t>
            </a:r>
            <a:r>
              <a:rPr lang="en-US" sz="1400" dirty="0"/>
              <a:t> Standardizes the text and removes noisy punctuation that doesn't contribute to the core sentiment or argument.</a:t>
            </a:r>
          </a:p>
          <a:p>
            <a:pPr marL="285750" indent="-228600">
              <a:lnSpc>
                <a:spcPct val="90000"/>
              </a:lnSpc>
              <a:spcAft>
                <a:spcPts val="600"/>
              </a:spcAft>
              <a:buFont typeface="Arial" panose="020B0604020202020204" pitchFamily="34" charset="0"/>
              <a:buChar char="•"/>
            </a:pPr>
            <a:r>
              <a:rPr lang="en-US" sz="1400" b="1" dirty="0" err="1"/>
              <a:t>Stopword</a:t>
            </a:r>
            <a:r>
              <a:rPr lang="en-US" sz="1400" b="1" dirty="0"/>
              <a:t> Removal:</a:t>
            </a:r>
            <a:r>
              <a:rPr lang="en-US" sz="1400" dirty="0"/>
              <a:t> Filters out highly common but semantically uninformative words (like 'the', 'is', 'and') to reduce noise and dimensionality.</a:t>
            </a:r>
          </a:p>
          <a:p>
            <a:pPr marL="285750" indent="-228600">
              <a:lnSpc>
                <a:spcPct val="90000"/>
              </a:lnSpc>
              <a:spcAft>
                <a:spcPts val="600"/>
              </a:spcAft>
              <a:buFont typeface="Arial" panose="020B0604020202020204" pitchFamily="34" charset="0"/>
              <a:buChar char="•"/>
            </a:pPr>
            <a:r>
              <a:rPr lang="en-US" sz="1400" b="1" dirty="0"/>
              <a:t>Stemming (</a:t>
            </a:r>
            <a:r>
              <a:rPr lang="en-US" sz="1400" b="1" dirty="0" err="1"/>
              <a:t>PorterStemmer</a:t>
            </a:r>
            <a:r>
              <a:rPr lang="en-US" sz="1400" b="1" dirty="0"/>
              <a:t>):</a:t>
            </a:r>
            <a:r>
              <a:rPr lang="en-US" sz="1400" dirty="0"/>
              <a:t> We chose the </a:t>
            </a:r>
            <a:r>
              <a:rPr lang="en-US" sz="1400" dirty="0" err="1"/>
              <a:t>PorterStemmer</a:t>
            </a:r>
            <a:r>
              <a:rPr lang="en-US" sz="1400" dirty="0"/>
              <a:t> for its computational efficiency and simplicity. Social media data is often highly informal, noisy, and prone to grammatical errors. The Porter Stemmer uses a well-established set of heuristic rules to strip common morphological endings, collapsing variations of words (e.g., "argue", "arguing", "argued") into a single base feature. While lemmatization is an alternative, it requires accurate Part-of-Speech (POS) tagging which often struggles with internet slang, making the lightweight and robust </a:t>
            </a:r>
            <a:r>
              <a:rPr lang="en-US" sz="1400" dirty="0" err="1"/>
              <a:t>PorterStemmer</a:t>
            </a:r>
            <a:r>
              <a:rPr lang="en-US" sz="1400" dirty="0"/>
              <a:t> a sensible choice for this dataset.</a:t>
            </a:r>
          </a:p>
        </p:txBody>
      </p:sp>
      <p:pic>
        <p:nvPicPr>
          <p:cNvPr id="6" name="Picture 5">
            <a:extLst>
              <a:ext uri="{FF2B5EF4-FFF2-40B4-BE49-F238E27FC236}">
                <a16:creationId xmlns:a16="http://schemas.microsoft.com/office/drawing/2014/main" id="{E6E3AA95-C978-18E2-C9CE-BAC40A23D299}"/>
              </a:ext>
            </a:extLst>
          </p:cNvPr>
          <p:cNvPicPr>
            <a:picLocks noChangeAspect="1"/>
          </p:cNvPicPr>
          <p:nvPr/>
        </p:nvPicPr>
        <p:blipFill>
          <a:blip r:embed="rId3"/>
          <a:stretch>
            <a:fillRect/>
          </a:stretch>
        </p:blipFill>
        <p:spPr>
          <a:xfrm>
            <a:off x="6080760" y="722547"/>
            <a:ext cx="5458968" cy="2797721"/>
          </a:xfrm>
          <a:prstGeom prst="rect">
            <a:avLst/>
          </a:prstGeom>
        </p:spPr>
      </p:pic>
      <p:sp>
        <p:nvSpPr>
          <p:cNvPr id="3" name="Marcador de Posição do Número do Diapositivo 2">
            <a:extLst>
              <a:ext uri="{FF2B5EF4-FFF2-40B4-BE49-F238E27FC236}">
                <a16:creationId xmlns:a16="http://schemas.microsoft.com/office/drawing/2014/main" id="{B30692D4-A4A2-390E-5B74-DE7AC1719E60}"/>
              </a:ext>
            </a:extLst>
          </p:cNvPr>
          <p:cNvSpPr>
            <a:spLocks noGrp="1"/>
          </p:cNvSpPr>
          <p:nvPr>
            <p:ph type="sldNum" sz="quarter" idx="11"/>
          </p:nvPr>
        </p:nvSpPr>
        <p:spPr>
          <a:xfrm>
            <a:off x="8610600" y="6356350"/>
            <a:ext cx="2743200" cy="365125"/>
          </a:xfrm>
        </p:spPr>
        <p:txBody>
          <a:bodyPr vert="horz" lIns="91440" tIns="45720" rIns="91440" bIns="45720" rtlCol="0" anchor="ctr">
            <a:normAutofit/>
          </a:bodyPr>
          <a:lstStyle/>
          <a:p>
            <a:pPr>
              <a:spcAft>
                <a:spcPts val="600"/>
              </a:spcAft>
            </a:pPr>
            <a:fld id="{8C2E478F-E849-4A8C-AF1F-CBCC78A7CBFA}" type="slidenum">
              <a:rPr lang="en-US" noProof="1" smtClean="0"/>
              <a:pPr>
                <a:spcAft>
                  <a:spcPts val="600"/>
                </a:spcAft>
              </a:pPr>
              <a:t>4</a:t>
            </a:fld>
            <a:endParaRPr lang="en-US" noProof="1"/>
          </a:p>
        </p:txBody>
      </p:sp>
      <p:sp>
        <p:nvSpPr>
          <p:cNvPr id="7" name="TextBox 6">
            <a:extLst>
              <a:ext uri="{FF2B5EF4-FFF2-40B4-BE49-F238E27FC236}">
                <a16:creationId xmlns:a16="http://schemas.microsoft.com/office/drawing/2014/main" id="{7C5D7550-A7F6-D5D3-1F08-375DFD0CDEC0}"/>
              </a:ext>
            </a:extLst>
          </p:cNvPr>
          <p:cNvSpPr txBox="1"/>
          <p:nvPr/>
        </p:nvSpPr>
        <p:spPr>
          <a:xfrm>
            <a:off x="6096000" y="3781150"/>
            <a:ext cx="4972693" cy="2462213"/>
          </a:xfrm>
          <a:prstGeom prst="rect">
            <a:avLst/>
          </a:prstGeom>
          <a:noFill/>
        </p:spPr>
        <p:txBody>
          <a:bodyPr wrap="square" rtlCol="0">
            <a:spAutoFit/>
          </a:bodyPr>
          <a:lstStyle/>
          <a:p>
            <a:r>
              <a:rPr lang="pt-PT" sz="1400" dirty="0" err="1"/>
              <a:t>We</a:t>
            </a:r>
            <a:r>
              <a:rPr lang="pt-PT" sz="1400" dirty="0"/>
              <a:t> </a:t>
            </a:r>
            <a:r>
              <a:rPr lang="pt-PT" sz="1400" dirty="0" err="1"/>
              <a:t>only</a:t>
            </a:r>
            <a:r>
              <a:rPr lang="pt-PT" sz="1400" dirty="0"/>
              <a:t> </a:t>
            </a:r>
            <a:r>
              <a:rPr lang="pt-PT" sz="1400" dirty="0" err="1"/>
              <a:t>used</a:t>
            </a:r>
            <a:r>
              <a:rPr lang="pt-PT" sz="1400" dirty="0"/>
              <a:t> </a:t>
            </a:r>
            <a:r>
              <a:rPr lang="pt-PT" sz="1400" dirty="0" err="1"/>
              <a:t>this</a:t>
            </a:r>
            <a:r>
              <a:rPr lang="pt-PT" sz="1400" dirty="0"/>
              <a:t> </a:t>
            </a:r>
            <a:r>
              <a:rPr lang="pt-PT" sz="1400" dirty="0" err="1"/>
              <a:t>pre-processing</a:t>
            </a:r>
            <a:r>
              <a:rPr lang="pt-PT" sz="1400" dirty="0"/>
              <a:t> </a:t>
            </a:r>
            <a:r>
              <a:rPr lang="pt-PT" sz="1400" dirty="0" err="1"/>
              <a:t>on</a:t>
            </a:r>
            <a:r>
              <a:rPr lang="pt-PT" sz="1400" dirty="0"/>
              <a:t> </a:t>
            </a:r>
            <a:r>
              <a:rPr lang="en-US" sz="1400" dirty="0" err="1"/>
              <a:t>BoW</a:t>
            </a:r>
            <a:r>
              <a:rPr lang="en-US" sz="1400" dirty="0"/>
              <a:t> (Bag of Words), TF-IDF, N-Grams, Hashing, </a:t>
            </a:r>
            <a:r>
              <a:rPr lang="en-US" sz="1400" dirty="0" err="1"/>
              <a:t>LSA</a:t>
            </a:r>
            <a:r>
              <a:rPr lang="en-US" sz="1400" dirty="0"/>
              <a:t>, and </a:t>
            </a:r>
            <a:r>
              <a:rPr lang="en-US" sz="1400" dirty="0" err="1"/>
              <a:t>CustomW2V</a:t>
            </a:r>
            <a:r>
              <a:rPr lang="en-US" sz="1400" dirty="0"/>
              <a:t>. </a:t>
            </a:r>
          </a:p>
          <a:p>
            <a:pPr marL="285750" indent="-285750">
              <a:buFont typeface="Arial" panose="020B0604020202020204" pitchFamily="34" charset="0"/>
              <a:buChar char="•"/>
            </a:pPr>
            <a:r>
              <a:rPr lang="en-US" sz="1400" b="1" dirty="0"/>
              <a:t>Pre-trained Dense Embeddings (</a:t>
            </a:r>
            <a:r>
              <a:rPr lang="en-US" sz="1400" b="1" dirty="0" err="1"/>
              <a:t>Word2Vec</a:t>
            </a:r>
            <a:r>
              <a:rPr lang="en-US" sz="1400" b="1" dirty="0"/>
              <a:t> / </a:t>
            </a:r>
            <a:r>
              <a:rPr lang="en-US" sz="1400" b="1" dirty="0" err="1"/>
              <a:t>FastText</a:t>
            </a:r>
            <a:r>
              <a:rPr lang="en-US" sz="1400" b="1" dirty="0"/>
              <a:t> via </a:t>
            </a:r>
            <a:r>
              <a:rPr lang="en-US" sz="1400" b="1" dirty="0" err="1"/>
              <a:t>spaCy</a:t>
            </a:r>
            <a:r>
              <a:rPr lang="en-US" sz="1400" b="1" dirty="0"/>
              <a:t>): </a:t>
            </a:r>
            <a:r>
              <a:rPr lang="en-US" sz="1400" dirty="0"/>
              <a:t>These models expect raw, natural sentences. Applying aggressive stemming or </a:t>
            </a:r>
            <a:r>
              <a:rPr lang="en-US" sz="1400" dirty="0" err="1"/>
              <a:t>stopword</a:t>
            </a:r>
            <a:r>
              <a:rPr lang="en-US" sz="1400" dirty="0"/>
              <a:t> removal strips away the syntactic context they need to properly map words to their pre-calculated vector spaces.</a:t>
            </a:r>
          </a:p>
          <a:p>
            <a:pPr marL="285750" indent="-285750">
              <a:buFont typeface="Arial" panose="020B0604020202020204" pitchFamily="34" charset="0"/>
              <a:buChar char="•"/>
            </a:pPr>
            <a:r>
              <a:rPr lang="en-US" sz="1400" b="1" dirty="0"/>
              <a:t>Linguistic: </a:t>
            </a:r>
            <a:r>
              <a:rPr lang="en-US" sz="1400" dirty="0"/>
              <a:t>This component must receive the raw, untouched text to function correctly. Stripping the text would destroy the punctuation (exclamation and question marks) and capitalization metrics required by the Linguistic extractor.</a:t>
            </a:r>
            <a:endParaRPr lang="pt-PT" sz="1400" dirty="0"/>
          </a:p>
        </p:txBody>
      </p:sp>
    </p:spTree>
    <p:extLst>
      <p:ext uri="{BB962C8B-B14F-4D97-AF65-F5344CB8AC3E}">
        <p14:creationId xmlns:p14="http://schemas.microsoft.com/office/powerpoint/2010/main" val="3412615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4DD5F4-E004-CF10-C8E3-EDD7701FE66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18A6554-5DF2-46E9-9AEA-7E50BC354174}"/>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nSpc>
                <a:spcPct val="90000"/>
              </a:lnSpc>
            </a:pPr>
            <a:r>
              <a:rPr lang="en-US" sz="6600" kern="1200" noProof="1">
                <a:solidFill>
                  <a:schemeClr val="tx1"/>
                </a:solidFill>
                <a:latin typeface="+mj-lt"/>
                <a:ea typeface="+mj-ea"/>
                <a:cs typeface="+mj-cs"/>
              </a:rPr>
              <a:t>Wordcloud per label</a:t>
            </a: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A370446-F981-5130-5A22-9D06FB3C2F36}"/>
              </a:ext>
            </a:extLst>
          </p:cNvPr>
          <p:cNvPicPr>
            <a:picLocks noChangeAspect="1"/>
          </p:cNvPicPr>
          <p:nvPr/>
        </p:nvPicPr>
        <p:blipFill>
          <a:blip r:embed="rId3"/>
          <a:stretch>
            <a:fillRect/>
          </a:stretch>
        </p:blipFill>
        <p:spPr>
          <a:xfrm>
            <a:off x="1700016" y="2084546"/>
            <a:ext cx="8791967" cy="4395984"/>
          </a:xfrm>
          <a:prstGeom prst="rect">
            <a:avLst/>
          </a:prstGeom>
        </p:spPr>
      </p:pic>
      <p:sp>
        <p:nvSpPr>
          <p:cNvPr id="3" name="Marcador de Posição do Número do Diapositivo 2">
            <a:extLst>
              <a:ext uri="{FF2B5EF4-FFF2-40B4-BE49-F238E27FC236}">
                <a16:creationId xmlns:a16="http://schemas.microsoft.com/office/drawing/2014/main" id="{5D5AE5FA-41F9-0805-C9D6-2E1B1FF09454}"/>
              </a:ext>
            </a:extLst>
          </p:cNvPr>
          <p:cNvSpPr>
            <a:spLocks noGrp="1"/>
          </p:cNvSpPr>
          <p:nvPr>
            <p:ph type="sldNum" sz="quarter" idx="11"/>
          </p:nvPr>
        </p:nvSpPr>
        <p:spPr>
          <a:xfrm>
            <a:off x="8610600" y="6356350"/>
            <a:ext cx="2743200" cy="365125"/>
          </a:xfrm>
        </p:spPr>
        <p:txBody>
          <a:bodyPr vert="horz" lIns="91440" tIns="45720" rIns="91440" bIns="45720" rtlCol="0" anchor="ctr">
            <a:normAutofit/>
          </a:bodyPr>
          <a:lstStyle/>
          <a:p>
            <a:pPr>
              <a:spcAft>
                <a:spcPts val="600"/>
              </a:spcAft>
            </a:pPr>
            <a:fld id="{8C2E478F-E849-4A8C-AF1F-CBCC78A7CBFA}" type="slidenum">
              <a:rPr lang="en-US" noProof="1" smtClean="0"/>
              <a:pPr>
                <a:spcAft>
                  <a:spcPts val="600"/>
                </a:spcAft>
              </a:pPr>
              <a:t>5</a:t>
            </a:fld>
            <a:endParaRPr lang="en-US" noProof="1"/>
          </a:p>
        </p:txBody>
      </p:sp>
    </p:spTree>
    <p:extLst>
      <p:ext uri="{BB962C8B-B14F-4D97-AF65-F5344CB8AC3E}">
        <p14:creationId xmlns:p14="http://schemas.microsoft.com/office/powerpoint/2010/main" val="1525420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A9E37-5BE1-E5E7-D442-2CC6961E7C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72B8B0-AF6E-706C-7818-3958A1FF17A2}"/>
              </a:ext>
            </a:extLst>
          </p:cNvPr>
          <p:cNvSpPr>
            <a:spLocks noGrp="1"/>
          </p:cNvSpPr>
          <p:nvPr>
            <p:ph type="title"/>
          </p:nvPr>
        </p:nvSpPr>
        <p:spPr>
          <a:xfrm>
            <a:off x="594519" y="475560"/>
            <a:ext cx="11002962" cy="823913"/>
          </a:xfrm>
        </p:spPr>
        <p:txBody>
          <a:bodyPr rtlCol="0"/>
          <a:lstStyle/>
          <a:p>
            <a:r>
              <a:rPr lang="pt-PT" sz="4400" dirty="0" err="1"/>
              <a:t>feature</a:t>
            </a:r>
            <a:r>
              <a:rPr lang="pt-PT" sz="4400" dirty="0"/>
              <a:t> </a:t>
            </a:r>
            <a:r>
              <a:rPr lang="pt-PT" sz="4400" dirty="0" err="1"/>
              <a:t>representation</a:t>
            </a:r>
            <a:r>
              <a:rPr lang="pt-PT" sz="4400" dirty="0"/>
              <a:t> AND </a:t>
            </a:r>
            <a:r>
              <a:rPr lang="pt-PT" sz="4400" dirty="0" err="1"/>
              <a:t>MODELS</a:t>
            </a:r>
            <a:endParaRPr lang="pt-PT" sz="4400" noProof="1"/>
          </a:p>
        </p:txBody>
      </p:sp>
      <p:sp>
        <p:nvSpPr>
          <p:cNvPr id="3" name="Marcador de Posição do Número do Diapositivo 2">
            <a:extLst>
              <a:ext uri="{FF2B5EF4-FFF2-40B4-BE49-F238E27FC236}">
                <a16:creationId xmlns:a16="http://schemas.microsoft.com/office/drawing/2014/main" id="{337FACB5-B544-B49C-5263-93D004389A11}"/>
              </a:ext>
            </a:extLst>
          </p:cNvPr>
          <p:cNvSpPr>
            <a:spLocks noGrp="1"/>
          </p:cNvSpPr>
          <p:nvPr>
            <p:ph type="sldNum" sz="quarter" idx="11"/>
          </p:nvPr>
        </p:nvSpPr>
        <p:spPr/>
        <p:txBody>
          <a:bodyPr rtlCol="0"/>
          <a:lstStyle/>
          <a:p>
            <a:pPr rtl="0"/>
            <a:fld id="{8C2E478F-E849-4A8C-AF1F-CBCC78A7CBFA}" type="slidenum">
              <a:rPr lang="pt-PT" noProof="1" dirty="0" smtClean="0"/>
              <a:t>6</a:t>
            </a:fld>
            <a:endParaRPr lang="pt-PT" noProof="1"/>
          </a:p>
        </p:txBody>
      </p:sp>
      <p:sp>
        <p:nvSpPr>
          <p:cNvPr id="4" name="TextBox 3">
            <a:extLst>
              <a:ext uri="{FF2B5EF4-FFF2-40B4-BE49-F238E27FC236}">
                <a16:creationId xmlns:a16="http://schemas.microsoft.com/office/drawing/2014/main" id="{B88C352C-0DC1-CFCD-E5AE-9A02DF6861EA}"/>
              </a:ext>
            </a:extLst>
          </p:cNvPr>
          <p:cNvSpPr txBox="1"/>
          <p:nvPr/>
        </p:nvSpPr>
        <p:spPr>
          <a:xfrm>
            <a:off x="594519" y="1299473"/>
            <a:ext cx="4378173" cy="2585323"/>
          </a:xfrm>
          <a:prstGeom prst="rect">
            <a:avLst/>
          </a:prstGeom>
          <a:noFill/>
        </p:spPr>
        <p:txBody>
          <a:bodyPr wrap="square" rtlCol="0">
            <a:spAutoFit/>
          </a:bodyPr>
          <a:lstStyle/>
          <a:p>
            <a:r>
              <a:rPr lang="pt-PT" dirty="0" err="1"/>
              <a:t>Models</a:t>
            </a:r>
            <a:r>
              <a:rPr lang="pt-PT" dirty="0"/>
              <a:t> </a:t>
            </a:r>
            <a:r>
              <a:rPr lang="pt-PT" dirty="0" err="1"/>
              <a:t>used</a:t>
            </a:r>
            <a:r>
              <a:rPr lang="pt-PT" dirty="0"/>
              <a:t>:</a:t>
            </a:r>
          </a:p>
          <a:p>
            <a:pPr marL="285750" indent="-285750">
              <a:buFont typeface="Arial" panose="020B0604020202020204" pitchFamily="34" charset="0"/>
              <a:buChar char="•"/>
            </a:pPr>
            <a:r>
              <a:rPr lang="pt-PT" dirty="0" err="1"/>
              <a:t>LogReg</a:t>
            </a:r>
            <a:endParaRPr lang="pt-PT" dirty="0"/>
          </a:p>
          <a:p>
            <a:pPr marL="285750" indent="-285750">
              <a:buFont typeface="Arial" panose="020B0604020202020204" pitchFamily="34" charset="0"/>
              <a:buChar char="•"/>
            </a:pPr>
            <a:r>
              <a:rPr lang="pt-PT" dirty="0" err="1"/>
              <a:t>SVM_OVR</a:t>
            </a:r>
            <a:r>
              <a:rPr lang="pt-PT" dirty="0"/>
              <a:t> </a:t>
            </a:r>
          </a:p>
          <a:p>
            <a:pPr marL="285750" indent="-285750">
              <a:buFont typeface="Arial" panose="020B0604020202020204" pitchFamily="34" charset="0"/>
              <a:buChar char="•"/>
            </a:pPr>
            <a:r>
              <a:rPr lang="pt-PT" dirty="0" err="1"/>
              <a:t>Naive</a:t>
            </a:r>
            <a:r>
              <a:rPr lang="pt-PT" dirty="0"/>
              <a:t> </a:t>
            </a:r>
            <a:r>
              <a:rPr lang="pt-PT" dirty="0" err="1"/>
              <a:t>Bayes</a:t>
            </a:r>
            <a:endParaRPr lang="pt-PT" dirty="0"/>
          </a:p>
          <a:p>
            <a:pPr marL="285750" indent="-285750">
              <a:buFont typeface="Arial" panose="020B0604020202020204" pitchFamily="34" charset="0"/>
              <a:buChar char="•"/>
            </a:pPr>
            <a:r>
              <a:rPr lang="pt-PT" dirty="0" err="1"/>
              <a:t>SentimentLDA</a:t>
            </a:r>
            <a:endParaRPr lang="pt-PT" dirty="0"/>
          </a:p>
          <a:p>
            <a:pPr marL="285750" indent="-285750">
              <a:buFont typeface="Arial" panose="020B0604020202020204" pitchFamily="34" charset="0"/>
              <a:buChar char="•"/>
            </a:pPr>
            <a:r>
              <a:rPr lang="pt-PT" dirty="0" err="1"/>
              <a:t>Hidden</a:t>
            </a:r>
            <a:r>
              <a:rPr lang="pt-PT" dirty="0"/>
              <a:t> </a:t>
            </a:r>
            <a:r>
              <a:rPr lang="pt-PT" dirty="0" err="1"/>
              <a:t>Markov</a:t>
            </a:r>
            <a:r>
              <a:rPr lang="pt-PT" dirty="0"/>
              <a:t> </a:t>
            </a:r>
            <a:r>
              <a:rPr lang="pt-PT" dirty="0" err="1"/>
              <a:t>Model</a:t>
            </a:r>
            <a:endParaRPr lang="pt-PT" dirty="0"/>
          </a:p>
          <a:p>
            <a:pPr marL="285750" indent="-285750">
              <a:buFont typeface="Arial" panose="020B0604020202020204" pitchFamily="34" charset="0"/>
              <a:buChar char="•"/>
            </a:pPr>
            <a:r>
              <a:rPr lang="pt-PT" dirty="0" err="1"/>
              <a:t>KNN</a:t>
            </a:r>
            <a:endParaRPr lang="pt-PT" dirty="0"/>
          </a:p>
          <a:p>
            <a:pPr marL="285750" indent="-285750">
              <a:buFont typeface="Arial" panose="020B0604020202020204" pitchFamily="34" charset="0"/>
              <a:buChar char="•"/>
            </a:pPr>
            <a:r>
              <a:rPr lang="pt-PT" dirty="0" err="1"/>
              <a:t>XGBOOST</a:t>
            </a:r>
            <a:endParaRPr lang="pt-PT" dirty="0"/>
          </a:p>
          <a:p>
            <a:pPr marL="285750" indent="-285750">
              <a:buFont typeface="Arial" panose="020B0604020202020204" pitchFamily="34" charset="0"/>
              <a:buChar char="•"/>
            </a:pPr>
            <a:r>
              <a:rPr lang="pt-PT" dirty="0" err="1"/>
              <a:t>AdaBoost</a:t>
            </a:r>
            <a:endParaRPr lang="pt-PT" dirty="0"/>
          </a:p>
        </p:txBody>
      </p:sp>
      <p:sp>
        <p:nvSpPr>
          <p:cNvPr id="5" name="TextBox 4">
            <a:extLst>
              <a:ext uri="{FF2B5EF4-FFF2-40B4-BE49-F238E27FC236}">
                <a16:creationId xmlns:a16="http://schemas.microsoft.com/office/drawing/2014/main" id="{DFF586DF-BE07-19C9-D3A4-3798A81DAAE5}"/>
              </a:ext>
            </a:extLst>
          </p:cNvPr>
          <p:cNvSpPr txBox="1"/>
          <p:nvPr/>
        </p:nvSpPr>
        <p:spPr>
          <a:xfrm>
            <a:off x="3558011" y="1299473"/>
            <a:ext cx="8914712" cy="3416320"/>
          </a:xfrm>
          <a:prstGeom prst="rect">
            <a:avLst/>
          </a:prstGeom>
          <a:noFill/>
        </p:spPr>
        <p:txBody>
          <a:bodyPr wrap="square" rtlCol="0">
            <a:spAutoFit/>
          </a:bodyPr>
          <a:lstStyle/>
          <a:p>
            <a:r>
              <a:rPr lang="pt-PT" dirty="0" err="1"/>
              <a:t>Embedding</a:t>
            </a:r>
            <a:r>
              <a:rPr lang="pt-PT" dirty="0"/>
              <a:t> </a:t>
            </a:r>
            <a:r>
              <a:rPr lang="pt-PT" dirty="0" err="1"/>
              <a:t>methods</a:t>
            </a:r>
            <a:r>
              <a:rPr lang="pt-PT" dirty="0"/>
              <a:t> </a:t>
            </a:r>
            <a:r>
              <a:rPr lang="pt-PT" dirty="0" err="1"/>
              <a:t>used</a:t>
            </a:r>
            <a:r>
              <a:rPr lang="pt-PT" dirty="0"/>
              <a:t>:</a:t>
            </a:r>
          </a:p>
          <a:p>
            <a:pPr marL="285750" indent="-285750">
              <a:buFont typeface="Arial" panose="020B0604020202020204" pitchFamily="34" charset="0"/>
              <a:buChar char="•"/>
            </a:pPr>
            <a:r>
              <a:rPr lang="pt-PT" dirty="0" err="1"/>
              <a:t>Sparse</a:t>
            </a:r>
            <a:r>
              <a:rPr lang="pt-PT" dirty="0"/>
              <a:t> </a:t>
            </a:r>
            <a:r>
              <a:rPr lang="pt-PT" dirty="0" err="1"/>
              <a:t>representations</a:t>
            </a:r>
            <a:endParaRPr lang="pt-PT" dirty="0"/>
          </a:p>
          <a:p>
            <a:pPr marL="742950" lvl="1" indent="-285750">
              <a:buFont typeface="Arial" panose="020B0604020202020204" pitchFamily="34" charset="0"/>
              <a:buChar char="•"/>
            </a:pPr>
            <a:r>
              <a:rPr lang="pt-PT" dirty="0" err="1"/>
              <a:t>BoW</a:t>
            </a:r>
            <a:r>
              <a:rPr lang="pt-PT" dirty="0"/>
              <a:t> - </a:t>
            </a:r>
            <a:r>
              <a:rPr lang="pt-PT" dirty="0" err="1"/>
              <a:t>CountVectorizer</a:t>
            </a:r>
            <a:r>
              <a:rPr lang="pt-PT" dirty="0"/>
              <a:t> </a:t>
            </a:r>
          </a:p>
          <a:p>
            <a:pPr marL="742950" lvl="1" indent="-285750">
              <a:buFont typeface="Arial" panose="020B0604020202020204" pitchFamily="34" charset="0"/>
              <a:buChar char="•"/>
            </a:pPr>
            <a:r>
              <a:rPr lang="pt-PT" dirty="0" err="1"/>
              <a:t>TFIDF</a:t>
            </a:r>
            <a:r>
              <a:rPr lang="pt-PT" dirty="0"/>
              <a:t> - </a:t>
            </a:r>
            <a:r>
              <a:rPr lang="pt-PT" dirty="0" err="1"/>
              <a:t>TfidfVectorizer</a:t>
            </a:r>
            <a:r>
              <a:rPr lang="pt-PT" dirty="0"/>
              <a:t> </a:t>
            </a:r>
          </a:p>
          <a:p>
            <a:pPr marL="742950" lvl="1" indent="-285750">
              <a:buFont typeface="Arial" panose="020B0604020202020204" pitchFamily="34" charset="0"/>
              <a:buChar char="•"/>
            </a:pPr>
            <a:r>
              <a:rPr lang="pt-PT" dirty="0" err="1"/>
              <a:t>Ngrams</a:t>
            </a:r>
            <a:r>
              <a:rPr lang="pt-PT" dirty="0"/>
              <a:t> - </a:t>
            </a:r>
            <a:r>
              <a:rPr lang="pt-PT" dirty="0" err="1"/>
              <a:t>ngram_range</a:t>
            </a:r>
            <a:r>
              <a:rPr lang="pt-PT" dirty="0"/>
              <a:t>=(1, 3) </a:t>
            </a:r>
            <a:r>
              <a:rPr lang="pt-PT" dirty="0" err="1"/>
              <a:t>with</a:t>
            </a:r>
            <a:r>
              <a:rPr lang="pt-PT" dirty="0"/>
              <a:t> </a:t>
            </a:r>
            <a:r>
              <a:rPr lang="pt-PT" dirty="0" err="1"/>
              <a:t>TfidfVectorizer</a:t>
            </a:r>
            <a:endParaRPr lang="pt-PT" dirty="0"/>
          </a:p>
          <a:p>
            <a:pPr marL="742950" lvl="1" indent="-285750">
              <a:buFont typeface="Arial" panose="020B0604020202020204" pitchFamily="34" charset="0"/>
              <a:buChar char="•"/>
            </a:pPr>
            <a:r>
              <a:rPr lang="pt-PT" dirty="0" err="1"/>
              <a:t>Hashing</a:t>
            </a:r>
            <a:r>
              <a:rPr lang="pt-PT" dirty="0"/>
              <a:t> - </a:t>
            </a:r>
            <a:r>
              <a:rPr lang="pt-PT" dirty="0" err="1"/>
              <a:t>HashingVectorizer</a:t>
            </a:r>
            <a:r>
              <a:rPr lang="pt-PT" dirty="0"/>
              <a:t> (</a:t>
            </a:r>
            <a:r>
              <a:rPr lang="pt-PT" dirty="0" err="1"/>
              <a:t>10k</a:t>
            </a:r>
            <a:r>
              <a:rPr lang="pt-PT" dirty="0"/>
              <a:t> </a:t>
            </a:r>
            <a:r>
              <a:rPr lang="pt-PT" dirty="0" err="1"/>
              <a:t>collumns</a:t>
            </a:r>
            <a:r>
              <a:rPr lang="pt-PT" dirty="0"/>
              <a:t>)</a:t>
            </a:r>
          </a:p>
          <a:p>
            <a:pPr marL="285750" indent="-285750">
              <a:buFont typeface="Arial" panose="020B0604020202020204" pitchFamily="34" charset="0"/>
              <a:buChar char="•"/>
            </a:pPr>
            <a:r>
              <a:rPr lang="pt-PT" dirty="0"/>
              <a:t>Dense </a:t>
            </a:r>
            <a:r>
              <a:rPr lang="pt-PT" dirty="0" err="1"/>
              <a:t>Semantic</a:t>
            </a:r>
            <a:r>
              <a:rPr lang="pt-PT" dirty="0"/>
              <a:t> </a:t>
            </a:r>
            <a:r>
              <a:rPr lang="pt-PT" dirty="0" err="1"/>
              <a:t>embeddings</a:t>
            </a:r>
            <a:endParaRPr lang="pt-PT" dirty="0"/>
          </a:p>
          <a:p>
            <a:pPr marL="742950" lvl="1" indent="-285750">
              <a:buFont typeface="Arial" panose="020B0604020202020204" pitchFamily="34" charset="0"/>
              <a:buChar char="•"/>
            </a:pPr>
            <a:r>
              <a:rPr lang="pt-PT" dirty="0" err="1"/>
              <a:t>Latent</a:t>
            </a:r>
            <a:r>
              <a:rPr lang="pt-PT" dirty="0"/>
              <a:t> </a:t>
            </a:r>
            <a:r>
              <a:rPr lang="pt-PT" dirty="0" err="1"/>
              <a:t>Semantic</a:t>
            </a:r>
            <a:r>
              <a:rPr lang="pt-PT" dirty="0"/>
              <a:t> </a:t>
            </a:r>
            <a:r>
              <a:rPr lang="pt-PT" dirty="0" err="1"/>
              <a:t>Analysis</a:t>
            </a:r>
            <a:r>
              <a:rPr lang="pt-PT" dirty="0"/>
              <a:t> – TF-IDF </a:t>
            </a:r>
            <a:r>
              <a:rPr lang="pt-PT" dirty="0" err="1"/>
              <a:t>into</a:t>
            </a:r>
            <a:r>
              <a:rPr lang="pt-PT" dirty="0"/>
              <a:t> </a:t>
            </a:r>
            <a:r>
              <a:rPr lang="pt-PT" dirty="0" err="1"/>
              <a:t>TruncatedSVD</a:t>
            </a:r>
            <a:r>
              <a:rPr lang="pt-PT" dirty="0"/>
              <a:t> (100 dense </a:t>
            </a:r>
            <a:r>
              <a:rPr lang="pt-PT" dirty="0" err="1"/>
              <a:t>topic</a:t>
            </a:r>
            <a:r>
              <a:rPr lang="pt-PT" dirty="0"/>
              <a:t> </a:t>
            </a:r>
            <a:r>
              <a:rPr lang="pt-PT" dirty="0" err="1"/>
              <a:t>features</a:t>
            </a:r>
            <a:r>
              <a:rPr lang="pt-PT" dirty="0"/>
              <a:t>)</a:t>
            </a:r>
          </a:p>
          <a:p>
            <a:pPr marL="742950" lvl="1" indent="-285750">
              <a:buFont typeface="Arial" panose="020B0604020202020204" pitchFamily="34" charset="0"/>
              <a:buChar char="•"/>
            </a:pPr>
            <a:r>
              <a:rPr lang="pt-PT" dirty="0" err="1"/>
              <a:t>Word2Vec</a:t>
            </a:r>
            <a:r>
              <a:rPr lang="pt-PT" dirty="0"/>
              <a:t> / </a:t>
            </a:r>
            <a:r>
              <a:rPr lang="pt-PT" dirty="0" err="1"/>
              <a:t>FastText</a:t>
            </a:r>
            <a:r>
              <a:rPr lang="pt-PT" dirty="0"/>
              <a:t> – </a:t>
            </a:r>
            <a:r>
              <a:rPr lang="pt-PT" dirty="0" err="1"/>
              <a:t>both</a:t>
            </a:r>
            <a:r>
              <a:rPr lang="pt-PT" dirty="0"/>
              <a:t> </a:t>
            </a:r>
            <a:r>
              <a:rPr lang="pt-PT" dirty="0" err="1"/>
              <a:t>using</a:t>
            </a:r>
            <a:r>
              <a:rPr lang="pt-PT" dirty="0"/>
              <a:t> </a:t>
            </a:r>
            <a:r>
              <a:rPr lang="pt-PT" dirty="0" err="1"/>
              <a:t>same</a:t>
            </a:r>
            <a:r>
              <a:rPr lang="pt-PT" dirty="0"/>
              <a:t> </a:t>
            </a:r>
            <a:r>
              <a:rPr lang="pt-PT" dirty="0" err="1"/>
              <a:t>Spacy</a:t>
            </a:r>
            <a:r>
              <a:rPr lang="pt-PT" dirty="0"/>
              <a:t> pipeline (</a:t>
            </a:r>
            <a:r>
              <a:rPr lang="pt-PT" dirty="0" err="1"/>
              <a:t>en_core_web_md</a:t>
            </a:r>
            <a:r>
              <a:rPr lang="pt-PT" dirty="0"/>
              <a:t>)</a:t>
            </a:r>
          </a:p>
          <a:p>
            <a:pPr marL="742950" lvl="1" indent="-285750">
              <a:buFont typeface="Arial" panose="020B0604020202020204" pitchFamily="34" charset="0"/>
              <a:buChar char="•"/>
            </a:pPr>
            <a:r>
              <a:rPr lang="pt-PT" dirty="0" err="1"/>
              <a:t>CustomW2V</a:t>
            </a:r>
            <a:r>
              <a:rPr lang="pt-PT" dirty="0"/>
              <a:t> - </a:t>
            </a:r>
            <a:r>
              <a:rPr lang="en-US" dirty="0"/>
              <a:t>used </a:t>
            </a:r>
            <a:r>
              <a:rPr lang="en-US" dirty="0" err="1"/>
              <a:t>Gensim</a:t>
            </a:r>
            <a:r>
              <a:rPr lang="en-US" dirty="0"/>
              <a:t> to train a 100-dimensional </a:t>
            </a:r>
            <a:r>
              <a:rPr lang="en-US" dirty="0" err="1"/>
              <a:t>Word2Vec</a:t>
            </a:r>
            <a:r>
              <a:rPr lang="en-US" dirty="0"/>
              <a:t> from scratch</a:t>
            </a:r>
            <a:endParaRPr lang="pt-PT" dirty="0"/>
          </a:p>
          <a:p>
            <a:pPr marL="285750" indent="-285750">
              <a:buFont typeface="Arial" panose="020B0604020202020204" pitchFamily="34" charset="0"/>
              <a:buChar char="•"/>
            </a:pPr>
            <a:r>
              <a:rPr lang="pt-PT" dirty="0" err="1"/>
              <a:t>Heuristic</a:t>
            </a:r>
            <a:r>
              <a:rPr lang="pt-PT" dirty="0"/>
              <a:t> / </a:t>
            </a:r>
            <a:r>
              <a:rPr lang="pt-PT" dirty="0" err="1"/>
              <a:t>Engineered</a:t>
            </a:r>
            <a:r>
              <a:rPr lang="pt-PT" dirty="0"/>
              <a:t> </a:t>
            </a:r>
            <a:r>
              <a:rPr lang="pt-PT" dirty="0" err="1"/>
              <a:t>Features</a:t>
            </a:r>
            <a:endParaRPr lang="pt-PT" dirty="0"/>
          </a:p>
          <a:p>
            <a:pPr marL="742950" lvl="1" indent="-285750">
              <a:buFont typeface="Arial" panose="020B0604020202020204" pitchFamily="34" charset="0"/>
              <a:buChar char="•"/>
            </a:pPr>
            <a:r>
              <a:rPr lang="pt-PT" dirty="0" err="1"/>
              <a:t>Linguistic</a:t>
            </a:r>
            <a:r>
              <a:rPr lang="pt-PT" dirty="0"/>
              <a:t> – total </a:t>
            </a:r>
            <a:r>
              <a:rPr lang="pt-PT" dirty="0" err="1"/>
              <a:t>length</a:t>
            </a:r>
            <a:r>
              <a:rPr lang="pt-PT" dirty="0"/>
              <a:t>, </a:t>
            </a:r>
            <a:r>
              <a:rPr lang="pt-PT" dirty="0" err="1"/>
              <a:t>word</a:t>
            </a:r>
            <a:r>
              <a:rPr lang="pt-PT" dirty="0"/>
              <a:t> </a:t>
            </a:r>
            <a:r>
              <a:rPr lang="pt-PT" dirty="0" err="1"/>
              <a:t>count</a:t>
            </a:r>
            <a:r>
              <a:rPr lang="pt-PT" dirty="0"/>
              <a:t>, “!”,”?”, caps.</a:t>
            </a:r>
          </a:p>
        </p:txBody>
      </p:sp>
      <p:sp>
        <p:nvSpPr>
          <p:cNvPr id="6" name="TextBox 5">
            <a:extLst>
              <a:ext uri="{FF2B5EF4-FFF2-40B4-BE49-F238E27FC236}">
                <a16:creationId xmlns:a16="http://schemas.microsoft.com/office/drawing/2014/main" id="{5B14495B-9A61-4C0D-7C99-1954EEB91C09}"/>
              </a:ext>
            </a:extLst>
          </p:cNvPr>
          <p:cNvSpPr txBox="1"/>
          <p:nvPr/>
        </p:nvSpPr>
        <p:spPr>
          <a:xfrm>
            <a:off x="594518" y="4810490"/>
            <a:ext cx="11398698" cy="1754326"/>
          </a:xfrm>
          <a:prstGeom prst="rect">
            <a:avLst/>
          </a:prstGeom>
          <a:noFill/>
        </p:spPr>
        <p:txBody>
          <a:bodyPr wrap="square" rtlCol="0">
            <a:spAutoFit/>
          </a:bodyPr>
          <a:lstStyle/>
          <a:p>
            <a:r>
              <a:rPr lang="pt-PT" dirty="0" err="1"/>
              <a:t>Exceptions</a:t>
            </a:r>
            <a:r>
              <a:rPr lang="pt-PT" dirty="0"/>
              <a:t>:</a:t>
            </a:r>
          </a:p>
          <a:p>
            <a:pPr marL="285750" indent="-285750">
              <a:buFont typeface="Arial" panose="020B0604020202020204" pitchFamily="34" charset="0"/>
              <a:buChar char="•"/>
            </a:pPr>
            <a:r>
              <a:rPr lang="pt-PT" dirty="0" err="1"/>
              <a:t>Naive</a:t>
            </a:r>
            <a:r>
              <a:rPr lang="pt-PT" dirty="0"/>
              <a:t> </a:t>
            </a:r>
            <a:r>
              <a:rPr lang="pt-PT" dirty="0" err="1"/>
              <a:t>Bayes</a:t>
            </a:r>
            <a:r>
              <a:rPr lang="pt-PT" dirty="0"/>
              <a:t> (</a:t>
            </a:r>
            <a:r>
              <a:rPr lang="pt-PT" dirty="0" err="1"/>
              <a:t>only</a:t>
            </a:r>
            <a:r>
              <a:rPr lang="pt-PT" dirty="0"/>
              <a:t> </a:t>
            </a:r>
            <a:r>
              <a:rPr lang="pt-PT" dirty="0" err="1"/>
              <a:t>with</a:t>
            </a:r>
            <a:r>
              <a:rPr lang="pt-PT" dirty="0"/>
              <a:t> </a:t>
            </a:r>
            <a:r>
              <a:rPr lang="pt-PT" dirty="0" err="1"/>
              <a:t>BoW</a:t>
            </a:r>
            <a:r>
              <a:rPr lang="pt-PT" dirty="0"/>
              <a:t>, </a:t>
            </a:r>
            <a:r>
              <a:rPr lang="pt-PT" dirty="0" err="1"/>
              <a:t>Hashing</a:t>
            </a:r>
            <a:r>
              <a:rPr lang="pt-PT" dirty="0"/>
              <a:t>, </a:t>
            </a:r>
            <a:r>
              <a:rPr lang="pt-PT" dirty="0" err="1"/>
              <a:t>Ngrams</a:t>
            </a:r>
            <a:r>
              <a:rPr lang="pt-PT" dirty="0"/>
              <a:t>, </a:t>
            </a:r>
            <a:r>
              <a:rPr lang="pt-PT" dirty="0" err="1"/>
              <a:t>TFIDF</a:t>
            </a:r>
            <a:r>
              <a:rPr lang="pt-PT" dirty="0"/>
              <a:t>) – </a:t>
            </a:r>
            <a:r>
              <a:rPr lang="pt-PT" dirty="0" err="1"/>
              <a:t>Naive</a:t>
            </a:r>
            <a:r>
              <a:rPr lang="pt-PT" dirty="0"/>
              <a:t> </a:t>
            </a:r>
            <a:r>
              <a:rPr lang="pt-PT" dirty="0" err="1"/>
              <a:t>Bayes</a:t>
            </a:r>
            <a:r>
              <a:rPr lang="pt-PT" dirty="0"/>
              <a:t> </a:t>
            </a:r>
            <a:r>
              <a:rPr lang="pt-PT" dirty="0" err="1"/>
              <a:t>doesn’t</a:t>
            </a:r>
            <a:r>
              <a:rPr lang="pt-PT" dirty="0"/>
              <a:t> </a:t>
            </a:r>
            <a:r>
              <a:rPr lang="pt-PT" dirty="0" err="1"/>
              <a:t>allow</a:t>
            </a:r>
            <a:r>
              <a:rPr lang="pt-PT" dirty="0"/>
              <a:t> negative </a:t>
            </a:r>
            <a:r>
              <a:rPr lang="pt-PT" dirty="0" err="1"/>
              <a:t>numbers</a:t>
            </a:r>
            <a:endParaRPr lang="pt-PT" dirty="0"/>
          </a:p>
          <a:p>
            <a:pPr marL="285750" indent="-285750">
              <a:buFont typeface="Arial" panose="020B0604020202020204" pitchFamily="34" charset="0"/>
              <a:buChar char="•"/>
            </a:pPr>
            <a:r>
              <a:rPr lang="pt-PT" dirty="0" err="1"/>
              <a:t>SentimentLDA</a:t>
            </a:r>
            <a:r>
              <a:rPr lang="pt-PT" dirty="0"/>
              <a:t> (</a:t>
            </a:r>
            <a:r>
              <a:rPr lang="pt-PT" dirty="0" err="1"/>
              <a:t>only</a:t>
            </a:r>
            <a:r>
              <a:rPr lang="pt-PT" dirty="0"/>
              <a:t> </a:t>
            </a:r>
            <a:r>
              <a:rPr lang="pt-PT" dirty="0" err="1"/>
              <a:t>with</a:t>
            </a:r>
            <a:r>
              <a:rPr lang="pt-PT" dirty="0"/>
              <a:t> </a:t>
            </a:r>
            <a:r>
              <a:rPr lang="pt-PT" dirty="0" err="1"/>
              <a:t>BoW</a:t>
            </a:r>
            <a:r>
              <a:rPr lang="pt-PT" dirty="0"/>
              <a:t>, </a:t>
            </a:r>
            <a:r>
              <a:rPr lang="pt-PT" dirty="0" err="1"/>
              <a:t>Ngrams</a:t>
            </a:r>
            <a:r>
              <a:rPr lang="pt-PT" dirty="0"/>
              <a:t>) – </a:t>
            </a:r>
            <a:r>
              <a:rPr lang="pt-PT" dirty="0" err="1"/>
              <a:t>SentimentLDA</a:t>
            </a:r>
            <a:r>
              <a:rPr lang="pt-PT" dirty="0"/>
              <a:t> </a:t>
            </a:r>
            <a:r>
              <a:rPr lang="pt-PT" dirty="0" err="1"/>
              <a:t>only</a:t>
            </a:r>
            <a:r>
              <a:rPr lang="pt-PT" dirty="0"/>
              <a:t> </a:t>
            </a:r>
            <a:r>
              <a:rPr lang="pt-PT" dirty="0" err="1"/>
              <a:t>works</a:t>
            </a:r>
            <a:r>
              <a:rPr lang="pt-PT" dirty="0"/>
              <a:t> </a:t>
            </a:r>
            <a:r>
              <a:rPr lang="pt-PT" dirty="0" err="1"/>
              <a:t>with</a:t>
            </a:r>
            <a:r>
              <a:rPr lang="pt-PT" dirty="0"/>
              <a:t> “</a:t>
            </a:r>
            <a:r>
              <a:rPr lang="pt-PT" dirty="0" err="1"/>
              <a:t>raw</a:t>
            </a:r>
            <a:r>
              <a:rPr lang="pt-PT" dirty="0"/>
              <a:t> </a:t>
            </a:r>
            <a:r>
              <a:rPr lang="pt-PT" dirty="0" err="1"/>
              <a:t>integers</a:t>
            </a:r>
            <a:r>
              <a:rPr lang="pt-PT" dirty="0"/>
              <a:t>” (</a:t>
            </a:r>
            <a:r>
              <a:rPr lang="pt-PT" dirty="0" err="1"/>
              <a:t>word</a:t>
            </a:r>
            <a:r>
              <a:rPr lang="pt-PT" dirty="0"/>
              <a:t> “</a:t>
            </a:r>
            <a:r>
              <a:rPr lang="pt-PT" dirty="0" err="1"/>
              <a:t>apple</a:t>
            </a:r>
            <a:r>
              <a:rPr lang="pt-PT" dirty="0"/>
              <a:t>” </a:t>
            </a:r>
            <a:r>
              <a:rPr lang="pt-PT" dirty="0" err="1"/>
              <a:t>appeared</a:t>
            </a:r>
            <a:r>
              <a:rPr lang="pt-PT" dirty="0"/>
              <a:t> 3 times), </a:t>
            </a:r>
            <a:r>
              <a:rPr lang="pt-PT" dirty="0" err="1"/>
              <a:t>doesnt</a:t>
            </a:r>
            <a:r>
              <a:rPr lang="pt-PT" dirty="0"/>
              <a:t> </a:t>
            </a:r>
            <a:r>
              <a:rPr lang="pt-PT" dirty="0" err="1"/>
              <a:t>work</a:t>
            </a:r>
            <a:r>
              <a:rPr lang="pt-PT" dirty="0"/>
              <a:t> </a:t>
            </a:r>
            <a:r>
              <a:rPr lang="pt-PT" dirty="0" err="1"/>
              <a:t>with</a:t>
            </a:r>
            <a:r>
              <a:rPr lang="pt-PT" dirty="0"/>
              <a:t> decimal </a:t>
            </a:r>
            <a:r>
              <a:rPr lang="pt-PT" dirty="0" err="1"/>
              <a:t>weights</a:t>
            </a:r>
            <a:endParaRPr lang="pt-PT" dirty="0"/>
          </a:p>
          <a:p>
            <a:pPr marL="285750" indent="-285750">
              <a:buFont typeface="Arial" panose="020B0604020202020204" pitchFamily="34" charset="0"/>
              <a:buChar char="•"/>
            </a:pPr>
            <a:r>
              <a:rPr lang="pt-PT" dirty="0" err="1"/>
              <a:t>HMM</a:t>
            </a:r>
            <a:r>
              <a:rPr lang="pt-PT" dirty="0"/>
              <a:t> (</a:t>
            </a:r>
            <a:r>
              <a:rPr lang="pt-PT" dirty="0" err="1"/>
              <a:t>skipped</a:t>
            </a:r>
            <a:r>
              <a:rPr lang="pt-PT" dirty="0"/>
              <a:t> </a:t>
            </a:r>
            <a:r>
              <a:rPr lang="pt-PT" dirty="0" err="1"/>
              <a:t>Hashing</a:t>
            </a:r>
            <a:r>
              <a:rPr lang="pt-PT" dirty="0"/>
              <a:t>, </a:t>
            </a:r>
            <a:r>
              <a:rPr lang="pt-PT" dirty="0" err="1"/>
              <a:t>BoW</a:t>
            </a:r>
            <a:r>
              <a:rPr lang="pt-PT" dirty="0"/>
              <a:t>, </a:t>
            </a:r>
            <a:r>
              <a:rPr lang="pt-PT" dirty="0" err="1"/>
              <a:t>TFIDF</a:t>
            </a:r>
            <a:r>
              <a:rPr lang="pt-PT" dirty="0"/>
              <a:t>, </a:t>
            </a:r>
            <a:r>
              <a:rPr lang="pt-PT" dirty="0" err="1"/>
              <a:t>Ngrams</a:t>
            </a:r>
            <a:r>
              <a:rPr lang="pt-PT" dirty="0"/>
              <a:t>) – </a:t>
            </a:r>
            <a:r>
              <a:rPr lang="pt-PT" dirty="0" err="1"/>
              <a:t>depends</a:t>
            </a:r>
            <a:r>
              <a:rPr lang="pt-PT" dirty="0"/>
              <a:t> </a:t>
            </a:r>
            <a:r>
              <a:rPr lang="pt-PT" dirty="0" err="1"/>
              <a:t>on</a:t>
            </a:r>
            <a:r>
              <a:rPr lang="pt-PT" dirty="0"/>
              <a:t> </a:t>
            </a:r>
            <a:r>
              <a:rPr lang="pt-PT" dirty="0" err="1"/>
              <a:t>variance</a:t>
            </a:r>
            <a:r>
              <a:rPr lang="pt-PT" dirty="0"/>
              <a:t> (</a:t>
            </a:r>
            <a:r>
              <a:rPr lang="pt-PT" dirty="0" err="1"/>
              <a:t>only</a:t>
            </a:r>
            <a:r>
              <a:rPr lang="pt-PT" dirty="0"/>
              <a:t> </a:t>
            </a:r>
            <a:r>
              <a:rPr lang="pt-PT" dirty="0" err="1"/>
              <a:t>works</a:t>
            </a:r>
            <a:r>
              <a:rPr lang="pt-PT" dirty="0"/>
              <a:t> </a:t>
            </a:r>
            <a:r>
              <a:rPr lang="pt-PT" dirty="0" err="1"/>
              <a:t>with</a:t>
            </a:r>
            <a:r>
              <a:rPr lang="pt-PT" dirty="0"/>
              <a:t> dense </a:t>
            </a:r>
            <a:r>
              <a:rPr lang="pt-PT" dirty="0" err="1"/>
              <a:t>vectors</a:t>
            </a:r>
            <a:r>
              <a:rPr lang="pt-PT" dirty="0"/>
              <a:t>)</a:t>
            </a:r>
          </a:p>
          <a:p>
            <a:pPr marL="285750" indent="-285750">
              <a:buFont typeface="Arial" panose="020B0604020202020204" pitchFamily="34" charset="0"/>
              <a:buChar char="•"/>
            </a:pPr>
            <a:r>
              <a:rPr lang="pt-PT" dirty="0" err="1"/>
              <a:t>KNN</a:t>
            </a:r>
            <a:r>
              <a:rPr lang="pt-PT" dirty="0"/>
              <a:t> (</a:t>
            </a:r>
            <a:r>
              <a:rPr lang="pt-PT" dirty="0" err="1"/>
              <a:t>skipped</a:t>
            </a:r>
            <a:r>
              <a:rPr lang="pt-PT" dirty="0"/>
              <a:t> </a:t>
            </a:r>
            <a:r>
              <a:rPr lang="pt-PT" dirty="0" err="1"/>
              <a:t>BoW</a:t>
            </a:r>
            <a:r>
              <a:rPr lang="pt-PT" dirty="0"/>
              <a:t>, </a:t>
            </a:r>
            <a:r>
              <a:rPr lang="pt-PT" dirty="0" err="1"/>
              <a:t>Ngrams</a:t>
            </a:r>
            <a:r>
              <a:rPr lang="pt-PT" dirty="0"/>
              <a:t>, </a:t>
            </a:r>
            <a:r>
              <a:rPr lang="pt-PT" dirty="0" err="1"/>
              <a:t>Hashing</a:t>
            </a:r>
            <a:r>
              <a:rPr lang="pt-PT" dirty="0"/>
              <a:t>) – </a:t>
            </a:r>
            <a:r>
              <a:rPr lang="pt-PT" dirty="0" err="1"/>
              <a:t>distance</a:t>
            </a:r>
            <a:r>
              <a:rPr lang="pt-PT" dirty="0"/>
              <a:t> </a:t>
            </a:r>
            <a:r>
              <a:rPr lang="pt-PT" dirty="0" err="1"/>
              <a:t>calculation</a:t>
            </a:r>
            <a:r>
              <a:rPr lang="pt-PT" dirty="0"/>
              <a:t> </a:t>
            </a:r>
            <a:r>
              <a:rPr lang="pt-PT" dirty="0" err="1"/>
              <a:t>problem</a:t>
            </a:r>
            <a:r>
              <a:rPr lang="pt-PT" dirty="0"/>
              <a:t> </a:t>
            </a:r>
            <a:r>
              <a:rPr lang="pt-PT" dirty="0" err="1"/>
              <a:t>and</a:t>
            </a:r>
            <a:r>
              <a:rPr lang="pt-PT" dirty="0"/>
              <a:t> curse </a:t>
            </a:r>
            <a:r>
              <a:rPr lang="pt-PT" dirty="0" err="1"/>
              <a:t>of</a:t>
            </a:r>
            <a:r>
              <a:rPr lang="pt-PT" dirty="0"/>
              <a:t> </a:t>
            </a:r>
            <a:r>
              <a:rPr lang="pt-PT" dirty="0" err="1"/>
              <a:t>dimensionality</a:t>
            </a:r>
            <a:r>
              <a:rPr lang="pt-PT" dirty="0"/>
              <a:t> (similar to </a:t>
            </a:r>
            <a:r>
              <a:rPr lang="pt-PT" dirty="0" err="1"/>
              <a:t>HMM</a:t>
            </a:r>
            <a:r>
              <a:rPr lang="pt-PT" dirty="0"/>
              <a:t>)</a:t>
            </a:r>
          </a:p>
        </p:txBody>
      </p:sp>
    </p:spTree>
    <p:extLst>
      <p:ext uri="{BB962C8B-B14F-4D97-AF65-F5344CB8AC3E}">
        <p14:creationId xmlns:p14="http://schemas.microsoft.com/office/powerpoint/2010/main" val="3906000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D94DCA-5A29-04C3-55D4-994E7315D435}"/>
              </a:ext>
            </a:extLst>
          </p:cNvPr>
          <p:cNvSpPr>
            <a:spLocks noGrp="1"/>
          </p:cNvSpPr>
          <p:nvPr>
            <p:ph type="title"/>
          </p:nvPr>
        </p:nvSpPr>
        <p:spPr>
          <a:xfrm>
            <a:off x="458879" y="-75109"/>
            <a:ext cx="4395617" cy="1738539"/>
          </a:xfrm>
        </p:spPr>
        <p:txBody>
          <a:bodyPr vert="horz" lIns="91440" tIns="45720" rIns="91440" bIns="45720" rtlCol="0" anchor="b">
            <a:normAutofit/>
          </a:bodyPr>
          <a:lstStyle/>
          <a:p>
            <a:pPr>
              <a:lnSpc>
                <a:spcPct val="90000"/>
              </a:lnSpc>
            </a:pPr>
            <a:r>
              <a:rPr lang="en-US" sz="5200" dirty="0"/>
              <a:t>Results</a:t>
            </a:r>
          </a:p>
        </p:txBody>
      </p:sp>
      <p:pic>
        <p:nvPicPr>
          <p:cNvPr id="11" name="Picture 10">
            <a:extLst>
              <a:ext uri="{FF2B5EF4-FFF2-40B4-BE49-F238E27FC236}">
                <a16:creationId xmlns:a16="http://schemas.microsoft.com/office/drawing/2014/main" id="{C1C302B1-93A0-C543-6BE8-B8B7B818E1F1}"/>
              </a:ext>
            </a:extLst>
          </p:cNvPr>
          <p:cNvPicPr>
            <a:picLocks noChangeAspect="1"/>
          </p:cNvPicPr>
          <p:nvPr/>
        </p:nvPicPr>
        <p:blipFill>
          <a:blip r:embed="rId2"/>
          <a:stretch>
            <a:fillRect/>
          </a:stretch>
        </p:blipFill>
        <p:spPr>
          <a:xfrm>
            <a:off x="6094475" y="144564"/>
            <a:ext cx="4766442" cy="2859865"/>
          </a:xfrm>
          <a:prstGeom prst="rect">
            <a:avLst/>
          </a:prstGeom>
        </p:spPr>
      </p:pic>
      <p:sp>
        <p:nvSpPr>
          <p:cNvPr id="3" name="Slide Number Placeholder 2">
            <a:extLst>
              <a:ext uri="{FF2B5EF4-FFF2-40B4-BE49-F238E27FC236}">
                <a16:creationId xmlns:a16="http://schemas.microsoft.com/office/drawing/2014/main" id="{7C793596-47E9-CC2F-F6BB-393ED9A42725}"/>
              </a:ext>
            </a:extLst>
          </p:cNvPr>
          <p:cNvSpPr>
            <a:spLocks noGrp="1"/>
          </p:cNvSpPr>
          <p:nvPr>
            <p:ph type="sldNum" sz="quarter" idx="11"/>
          </p:nvPr>
        </p:nvSpPr>
        <p:spPr>
          <a:xfrm>
            <a:off x="8610600" y="6356350"/>
            <a:ext cx="2743200" cy="365125"/>
          </a:xfrm>
        </p:spPr>
        <p:txBody>
          <a:bodyPr vert="horz" lIns="91440" tIns="45720" rIns="91440" bIns="45720" rtlCol="0" anchor="ctr">
            <a:normAutofit/>
          </a:bodyPr>
          <a:lstStyle/>
          <a:p>
            <a:pPr>
              <a:spcAft>
                <a:spcPts val="600"/>
              </a:spcAft>
            </a:pPr>
            <a:fld id="{8C2E478F-E849-4A8C-AF1F-CBCC78A7CBFA}" type="slidenum">
              <a:rPr lang="en-US" noProof="0" smtClean="0"/>
              <a:pPr>
                <a:spcAft>
                  <a:spcPts val="600"/>
                </a:spcAft>
              </a:pPr>
              <a:t>7</a:t>
            </a:fld>
            <a:endParaRPr lang="en-US" noProof="0"/>
          </a:p>
        </p:txBody>
      </p:sp>
      <p:pic>
        <p:nvPicPr>
          <p:cNvPr id="5" name="Picture 4">
            <a:extLst>
              <a:ext uri="{FF2B5EF4-FFF2-40B4-BE49-F238E27FC236}">
                <a16:creationId xmlns:a16="http://schemas.microsoft.com/office/drawing/2014/main" id="{A93E0AEF-4519-9CC1-060C-777F2BC87E7C}"/>
              </a:ext>
            </a:extLst>
          </p:cNvPr>
          <p:cNvPicPr>
            <a:picLocks noChangeAspect="1"/>
          </p:cNvPicPr>
          <p:nvPr/>
        </p:nvPicPr>
        <p:blipFill>
          <a:blip r:embed="rId3"/>
          <a:stretch>
            <a:fillRect/>
          </a:stretch>
        </p:blipFill>
        <p:spPr>
          <a:xfrm>
            <a:off x="5717695" y="3004429"/>
            <a:ext cx="5279626" cy="3167776"/>
          </a:xfrm>
          <a:prstGeom prst="rect">
            <a:avLst/>
          </a:prstGeom>
        </p:spPr>
      </p:pic>
      <p:pic>
        <p:nvPicPr>
          <p:cNvPr id="8" name="Picture 7">
            <a:extLst>
              <a:ext uri="{FF2B5EF4-FFF2-40B4-BE49-F238E27FC236}">
                <a16:creationId xmlns:a16="http://schemas.microsoft.com/office/drawing/2014/main" id="{029C3BB9-25D2-C611-2482-2FAE6828F57D}"/>
              </a:ext>
            </a:extLst>
          </p:cNvPr>
          <p:cNvPicPr>
            <a:picLocks noChangeAspect="1"/>
          </p:cNvPicPr>
          <p:nvPr/>
        </p:nvPicPr>
        <p:blipFill>
          <a:blip r:embed="rId4"/>
          <a:stretch>
            <a:fillRect/>
          </a:stretch>
        </p:blipFill>
        <p:spPr>
          <a:xfrm>
            <a:off x="131160" y="3004429"/>
            <a:ext cx="5586535" cy="3351921"/>
          </a:xfrm>
          <a:prstGeom prst="rect">
            <a:avLst/>
          </a:prstGeom>
        </p:spPr>
      </p:pic>
    </p:spTree>
    <p:extLst>
      <p:ext uri="{BB962C8B-B14F-4D97-AF65-F5344CB8AC3E}">
        <p14:creationId xmlns:p14="http://schemas.microsoft.com/office/powerpoint/2010/main" val="4002207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8B497E-B59D-AC9F-EC73-DA983C6ED0D2}"/>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nSpc>
                <a:spcPct val="90000"/>
              </a:lnSpc>
            </a:pPr>
            <a:r>
              <a:rPr lang="en-US" sz="5200" kern="1200" dirty="0">
                <a:solidFill>
                  <a:schemeClr val="tx1"/>
                </a:solidFill>
                <a:latin typeface="+mj-lt"/>
                <a:ea typeface="+mj-ea"/>
                <a:cs typeface="+mj-cs"/>
              </a:rPr>
              <a:t>results</a:t>
            </a:r>
          </a:p>
        </p:txBody>
      </p:sp>
      <p:sp>
        <p:nvSpPr>
          <p:cNvPr id="3" name="Slide Number Placeholder 2">
            <a:extLst>
              <a:ext uri="{FF2B5EF4-FFF2-40B4-BE49-F238E27FC236}">
                <a16:creationId xmlns:a16="http://schemas.microsoft.com/office/drawing/2014/main" id="{0706DB1D-3ECD-E204-E944-C55AA1EA0C1E}"/>
              </a:ext>
            </a:extLst>
          </p:cNvPr>
          <p:cNvSpPr>
            <a:spLocks noGrp="1"/>
          </p:cNvSpPr>
          <p:nvPr>
            <p:ph type="sldNum" sz="quarter" idx="11"/>
          </p:nvPr>
        </p:nvSpPr>
        <p:spPr>
          <a:xfrm>
            <a:off x="8610600" y="6356350"/>
            <a:ext cx="2743200" cy="365125"/>
          </a:xfrm>
        </p:spPr>
        <p:txBody>
          <a:bodyPr vert="horz" lIns="91440" tIns="45720" rIns="91440" bIns="45720" rtlCol="0" anchor="ctr">
            <a:normAutofit/>
          </a:bodyPr>
          <a:lstStyle/>
          <a:p>
            <a:pPr>
              <a:spcAft>
                <a:spcPts val="600"/>
              </a:spcAft>
            </a:pPr>
            <a:fld id="{8C2E478F-E849-4A8C-AF1F-CBCC78A7CBFA}" type="slidenum">
              <a:rPr lang="en-US" noProof="0" smtClean="0"/>
              <a:pPr>
                <a:spcAft>
                  <a:spcPts val="600"/>
                </a:spcAft>
              </a:pPr>
              <a:t>8</a:t>
            </a:fld>
            <a:endParaRPr lang="en-US" noProof="0"/>
          </a:p>
        </p:txBody>
      </p:sp>
      <p:pic>
        <p:nvPicPr>
          <p:cNvPr id="5" name="Picture 4">
            <a:extLst>
              <a:ext uri="{FF2B5EF4-FFF2-40B4-BE49-F238E27FC236}">
                <a16:creationId xmlns:a16="http://schemas.microsoft.com/office/drawing/2014/main" id="{7DDA0C4E-2ACC-2E15-3DF2-91AB255FEF0E}"/>
              </a:ext>
            </a:extLst>
          </p:cNvPr>
          <p:cNvPicPr>
            <a:picLocks noChangeAspect="1"/>
          </p:cNvPicPr>
          <p:nvPr/>
        </p:nvPicPr>
        <p:blipFill>
          <a:blip r:embed="rId2"/>
          <a:stretch>
            <a:fillRect/>
          </a:stretch>
        </p:blipFill>
        <p:spPr>
          <a:xfrm>
            <a:off x="354398" y="2410448"/>
            <a:ext cx="5835536" cy="3890357"/>
          </a:xfrm>
          <a:prstGeom prst="rect">
            <a:avLst/>
          </a:prstGeom>
        </p:spPr>
      </p:pic>
      <p:pic>
        <p:nvPicPr>
          <p:cNvPr id="8" name="Picture 7">
            <a:extLst>
              <a:ext uri="{FF2B5EF4-FFF2-40B4-BE49-F238E27FC236}">
                <a16:creationId xmlns:a16="http://schemas.microsoft.com/office/drawing/2014/main" id="{6AF78639-96F8-0CA3-BC43-7609EAF33BC1}"/>
              </a:ext>
            </a:extLst>
          </p:cNvPr>
          <p:cNvPicPr>
            <a:picLocks noChangeAspect="1"/>
          </p:cNvPicPr>
          <p:nvPr/>
        </p:nvPicPr>
        <p:blipFill>
          <a:blip r:embed="rId3"/>
          <a:stretch>
            <a:fillRect/>
          </a:stretch>
        </p:blipFill>
        <p:spPr>
          <a:xfrm>
            <a:off x="6184971" y="2670772"/>
            <a:ext cx="5818862" cy="3549053"/>
          </a:xfrm>
          <a:prstGeom prst="rect">
            <a:avLst/>
          </a:prstGeom>
        </p:spPr>
      </p:pic>
    </p:spTree>
    <p:extLst>
      <p:ext uri="{BB962C8B-B14F-4D97-AF65-F5344CB8AC3E}">
        <p14:creationId xmlns:p14="http://schemas.microsoft.com/office/powerpoint/2010/main" val="830202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DA944-12ED-DC4F-7696-AD6827F271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0151B4-C284-B6A4-C547-8D84F001AF03}"/>
              </a:ext>
            </a:extLst>
          </p:cNvPr>
          <p:cNvSpPr>
            <a:spLocks noGrp="1"/>
          </p:cNvSpPr>
          <p:nvPr>
            <p:ph type="title"/>
          </p:nvPr>
        </p:nvSpPr>
        <p:spPr>
          <a:xfrm>
            <a:off x="594519" y="475560"/>
            <a:ext cx="11002962" cy="823913"/>
          </a:xfrm>
        </p:spPr>
        <p:txBody>
          <a:bodyPr rtlCol="0"/>
          <a:lstStyle/>
          <a:p>
            <a:r>
              <a:rPr lang="pt-PT" sz="4400" dirty="0"/>
              <a:t>ERROR </a:t>
            </a:r>
            <a:r>
              <a:rPr lang="pt-PT" sz="4400" dirty="0" err="1"/>
              <a:t>ANALYSIS</a:t>
            </a:r>
            <a:endParaRPr lang="pt-PT" sz="4400" noProof="1"/>
          </a:p>
        </p:txBody>
      </p:sp>
      <p:sp>
        <p:nvSpPr>
          <p:cNvPr id="3" name="Marcador de Posição do Número do Diapositivo 2">
            <a:extLst>
              <a:ext uri="{FF2B5EF4-FFF2-40B4-BE49-F238E27FC236}">
                <a16:creationId xmlns:a16="http://schemas.microsoft.com/office/drawing/2014/main" id="{D3E8310C-CEF8-2960-AD2B-107A893A836B}"/>
              </a:ext>
            </a:extLst>
          </p:cNvPr>
          <p:cNvSpPr>
            <a:spLocks noGrp="1"/>
          </p:cNvSpPr>
          <p:nvPr>
            <p:ph type="sldNum" sz="quarter" idx="11"/>
          </p:nvPr>
        </p:nvSpPr>
        <p:spPr/>
        <p:txBody>
          <a:bodyPr rtlCol="0"/>
          <a:lstStyle/>
          <a:p>
            <a:pPr rtl="0"/>
            <a:fld id="{8C2E478F-E849-4A8C-AF1F-CBCC78A7CBFA}" type="slidenum">
              <a:rPr lang="pt-PT" noProof="1" dirty="0" smtClean="0"/>
              <a:t>9</a:t>
            </a:fld>
            <a:endParaRPr lang="pt-PT" noProof="1"/>
          </a:p>
        </p:txBody>
      </p:sp>
      <p:sp>
        <p:nvSpPr>
          <p:cNvPr id="4" name="TextBox 3">
            <a:extLst>
              <a:ext uri="{FF2B5EF4-FFF2-40B4-BE49-F238E27FC236}">
                <a16:creationId xmlns:a16="http://schemas.microsoft.com/office/drawing/2014/main" id="{47E84610-8553-0FB8-00D6-6D44BFE0D5B3}"/>
              </a:ext>
            </a:extLst>
          </p:cNvPr>
          <p:cNvSpPr txBox="1"/>
          <p:nvPr/>
        </p:nvSpPr>
        <p:spPr>
          <a:xfrm>
            <a:off x="594519" y="1757512"/>
            <a:ext cx="10954750" cy="4216539"/>
          </a:xfrm>
          <a:prstGeom prst="rect">
            <a:avLst/>
          </a:prstGeom>
          <a:noFill/>
        </p:spPr>
        <p:txBody>
          <a:bodyPr wrap="square" rtlCol="0">
            <a:spAutoFit/>
          </a:bodyPr>
          <a:lstStyle/>
          <a:p>
            <a:pPr marL="285750" indent="-285750">
              <a:buFont typeface="Arial" panose="020B0604020202020204" pitchFamily="34" charset="0"/>
              <a:buChar char="•"/>
            </a:pPr>
            <a:r>
              <a:rPr lang="pt-PT" b="1" dirty="0" err="1"/>
              <a:t>Best</a:t>
            </a:r>
            <a:r>
              <a:rPr lang="pt-PT" b="1" dirty="0"/>
              <a:t> </a:t>
            </a:r>
            <a:r>
              <a:rPr lang="pt-PT" b="1" dirty="0" err="1"/>
              <a:t>results</a:t>
            </a:r>
            <a:r>
              <a:rPr lang="pt-PT" b="1" dirty="0"/>
              <a:t> come </a:t>
            </a:r>
            <a:r>
              <a:rPr lang="pt-PT" b="1" dirty="0" err="1"/>
              <a:t>from</a:t>
            </a:r>
            <a:r>
              <a:rPr lang="pt-PT" b="1" dirty="0"/>
              <a:t> Linear </a:t>
            </a:r>
            <a:r>
              <a:rPr lang="pt-PT" b="1" dirty="0" err="1"/>
              <a:t>Models</a:t>
            </a:r>
            <a:r>
              <a:rPr lang="pt-PT" b="1" dirty="0"/>
              <a:t> + </a:t>
            </a:r>
            <a:r>
              <a:rPr lang="pt-PT" b="1" dirty="0" err="1"/>
              <a:t>sparse</a:t>
            </a:r>
            <a:r>
              <a:rPr lang="pt-PT" b="1" dirty="0"/>
              <a:t> </a:t>
            </a:r>
            <a:r>
              <a:rPr lang="pt-PT" b="1" dirty="0" err="1"/>
              <a:t>representations</a:t>
            </a:r>
            <a:r>
              <a:rPr lang="pt-PT" dirty="0"/>
              <a:t>. </a:t>
            </a:r>
            <a:r>
              <a:rPr lang="pt-PT" dirty="0" err="1"/>
              <a:t>Sparse</a:t>
            </a:r>
            <a:r>
              <a:rPr lang="pt-PT" dirty="0"/>
              <a:t> </a:t>
            </a:r>
            <a:r>
              <a:rPr lang="pt-PT" dirty="0" err="1"/>
              <a:t>representations</a:t>
            </a:r>
            <a:r>
              <a:rPr lang="pt-PT" dirty="0"/>
              <a:t> -&gt; </a:t>
            </a:r>
            <a:r>
              <a:rPr lang="pt-PT" dirty="0" err="1"/>
              <a:t>massive</a:t>
            </a:r>
            <a:r>
              <a:rPr lang="pt-PT" dirty="0"/>
              <a:t> </a:t>
            </a:r>
            <a:r>
              <a:rPr lang="pt-PT" dirty="0" err="1"/>
              <a:t>grid</a:t>
            </a:r>
            <a:r>
              <a:rPr lang="pt-PT" dirty="0"/>
              <a:t> </a:t>
            </a:r>
            <a:r>
              <a:rPr lang="pt-PT" dirty="0" err="1"/>
              <a:t>of</a:t>
            </a:r>
            <a:r>
              <a:rPr lang="pt-PT" dirty="0"/>
              <a:t> +</a:t>
            </a:r>
            <a:r>
              <a:rPr lang="pt-PT" dirty="0" err="1"/>
              <a:t>10k</a:t>
            </a:r>
            <a:r>
              <a:rPr lang="pt-PT" dirty="0"/>
              <a:t> </a:t>
            </a:r>
            <a:r>
              <a:rPr lang="pt-PT" dirty="0" err="1"/>
              <a:t>collumns</a:t>
            </a:r>
            <a:r>
              <a:rPr lang="pt-PT" dirty="0"/>
              <a:t> -&gt; data </a:t>
            </a:r>
            <a:r>
              <a:rPr lang="pt-PT" dirty="0" err="1"/>
              <a:t>points</a:t>
            </a:r>
            <a:r>
              <a:rPr lang="pt-PT" dirty="0"/>
              <a:t> </a:t>
            </a:r>
            <a:r>
              <a:rPr lang="pt-PT" dirty="0" err="1"/>
              <a:t>naturally</a:t>
            </a:r>
            <a:r>
              <a:rPr lang="pt-PT" dirty="0"/>
              <a:t> spread </a:t>
            </a:r>
            <a:r>
              <a:rPr lang="pt-PT" dirty="0" err="1"/>
              <a:t>far</a:t>
            </a:r>
            <a:r>
              <a:rPr lang="pt-PT" dirty="0"/>
              <a:t> </a:t>
            </a:r>
            <a:r>
              <a:rPr lang="pt-PT" dirty="0" err="1"/>
              <a:t>apart</a:t>
            </a:r>
            <a:r>
              <a:rPr lang="pt-PT" dirty="0"/>
              <a:t> -&gt; </a:t>
            </a:r>
            <a:r>
              <a:rPr lang="pt-PT" dirty="0" err="1"/>
              <a:t>problem</a:t>
            </a:r>
            <a:r>
              <a:rPr lang="pt-PT" dirty="0"/>
              <a:t> more linear </a:t>
            </a:r>
            <a:r>
              <a:rPr lang="pt-PT" dirty="0" err="1"/>
              <a:t>separable</a:t>
            </a:r>
            <a:r>
              <a:rPr lang="pt-PT" dirty="0"/>
              <a:t>. </a:t>
            </a:r>
            <a:r>
              <a:rPr lang="pt-PT" dirty="0" err="1"/>
              <a:t>LinearSVM</a:t>
            </a:r>
            <a:r>
              <a:rPr lang="pt-PT" dirty="0"/>
              <a:t> </a:t>
            </a:r>
            <a:r>
              <a:rPr lang="pt-PT" dirty="0" err="1"/>
              <a:t>and</a:t>
            </a:r>
            <a:r>
              <a:rPr lang="pt-PT" dirty="0"/>
              <a:t> </a:t>
            </a:r>
            <a:r>
              <a:rPr lang="pt-PT" dirty="0" err="1"/>
              <a:t>LogReg</a:t>
            </a:r>
            <a:r>
              <a:rPr lang="pt-PT" dirty="0"/>
              <a:t> are </a:t>
            </a:r>
            <a:r>
              <a:rPr lang="pt-PT" dirty="0" err="1"/>
              <a:t>designed</a:t>
            </a:r>
            <a:r>
              <a:rPr lang="pt-PT" dirty="0"/>
              <a:t> to </a:t>
            </a:r>
            <a:r>
              <a:rPr lang="pt-PT" dirty="0" err="1"/>
              <a:t>draw</a:t>
            </a:r>
            <a:r>
              <a:rPr lang="pt-PT" dirty="0"/>
              <a:t> </a:t>
            </a:r>
            <a:r>
              <a:rPr lang="pt-PT" dirty="0" err="1"/>
              <a:t>hyperplanes</a:t>
            </a:r>
            <a:r>
              <a:rPr lang="pt-PT" dirty="0"/>
              <a:t> </a:t>
            </a:r>
            <a:r>
              <a:rPr lang="pt-PT" dirty="0" err="1"/>
              <a:t>across</a:t>
            </a:r>
            <a:r>
              <a:rPr lang="pt-PT" dirty="0"/>
              <a:t> </a:t>
            </a:r>
            <a:r>
              <a:rPr lang="pt-PT" dirty="0" err="1"/>
              <a:t>high</a:t>
            </a:r>
            <a:r>
              <a:rPr lang="pt-PT" dirty="0"/>
              <a:t> dimensional </a:t>
            </a:r>
            <a:r>
              <a:rPr lang="pt-PT" dirty="0" err="1"/>
              <a:t>spaces</a:t>
            </a:r>
            <a:r>
              <a:rPr lang="pt-PT" dirty="0"/>
              <a:t>. </a:t>
            </a:r>
            <a:r>
              <a:rPr lang="pt-PT" dirty="0" err="1"/>
              <a:t>They</a:t>
            </a:r>
            <a:r>
              <a:rPr lang="pt-PT" dirty="0"/>
              <a:t> </a:t>
            </a:r>
            <a:r>
              <a:rPr lang="pt-PT" dirty="0" err="1"/>
              <a:t>don’t</a:t>
            </a:r>
            <a:r>
              <a:rPr lang="pt-PT" dirty="0"/>
              <a:t> </a:t>
            </a:r>
            <a:r>
              <a:rPr lang="pt-PT" dirty="0" err="1"/>
              <a:t>overthink</a:t>
            </a:r>
            <a:r>
              <a:rPr lang="pt-PT" dirty="0"/>
              <a:t> </a:t>
            </a:r>
            <a:r>
              <a:rPr lang="pt-PT" dirty="0" err="1"/>
              <a:t>like</a:t>
            </a:r>
            <a:r>
              <a:rPr lang="pt-PT" dirty="0"/>
              <a:t> more </a:t>
            </a:r>
            <a:r>
              <a:rPr lang="pt-PT" dirty="0" err="1"/>
              <a:t>complex</a:t>
            </a:r>
            <a:r>
              <a:rPr lang="pt-PT" dirty="0"/>
              <a:t> </a:t>
            </a:r>
            <a:r>
              <a:rPr lang="pt-PT" dirty="0" err="1"/>
              <a:t>models</a:t>
            </a:r>
            <a:r>
              <a:rPr lang="pt-PT" dirty="0"/>
              <a:t>. </a:t>
            </a:r>
          </a:p>
          <a:p>
            <a:pPr marL="285750" indent="-285750">
              <a:buFont typeface="Arial" panose="020B0604020202020204" pitchFamily="34" charset="0"/>
              <a:buChar char="•"/>
            </a:pPr>
            <a:endParaRPr lang="pt-PT" dirty="0"/>
          </a:p>
          <a:p>
            <a:pPr marL="285750" indent="-285750">
              <a:buFont typeface="Arial" panose="020B0604020202020204" pitchFamily="34" charset="0"/>
              <a:buChar char="•"/>
            </a:pPr>
            <a:r>
              <a:rPr lang="pt-PT" b="1" dirty="0" err="1"/>
              <a:t>Hashing</a:t>
            </a:r>
            <a:r>
              <a:rPr lang="pt-PT" b="1" dirty="0"/>
              <a:t> </a:t>
            </a:r>
            <a:r>
              <a:rPr lang="pt-PT" b="1" dirty="0" err="1"/>
              <a:t>destroyed</a:t>
            </a:r>
            <a:r>
              <a:rPr lang="pt-PT" b="1" dirty="0"/>
              <a:t> </a:t>
            </a:r>
            <a:r>
              <a:rPr lang="pt-PT" b="1" dirty="0" err="1"/>
              <a:t>every</a:t>
            </a:r>
            <a:r>
              <a:rPr lang="pt-PT" b="1" dirty="0"/>
              <a:t> </a:t>
            </a:r>
            <a:r>
              <a:rPr lang="pt-PT" b="1" dirty="0" err="1"/>
              <a:t>other</a:t>
            </a:r>
            <a:r>
              <a:rPr lang="pt-PT" b="1" dirty="0"/>
              <a:t> </a:t>
            </a:r>
            <a:r>
              <a:rPr lang="pt-PT" b="1" dirty="0" err="1"/>
              <a:t>representation</a:t>
            </a:r>
            <a:r>
              <a:rPr lang="pt-PT" b="1" dirty="0"/>
              <a:t> </a:t>
            </a:r>
            <a:r>
              <a:rPr lang="pt-PT" b="1" dirty="0" err="1"/>
              <a:t>type</a:t>
            </a:r>
            <a:r>
              <a:rPr lang="pt-PT" b="1" dirty="0"/>
              <a:t>: </a:t>
            </a:r>
            <a:r>
              <a:rPr lang="pt-PT" dirty="0"/>
              <a:t>social media data </a:t>
            </a:r>
            <a:r>
              <a:rPr lang="pt-PT" dirty="0" err="1"/>
              <a:t>is</a:t>
            </a:r>
            <a:r>
              <a:rPr lang="pt-PT" dirty="0"/>
              <a:t> </a:t>
            </a:r>
            <a:r>
              <a:rPr lang="pt-PT" dirty="0" err="1"/>
              <a:t>incredibly</a:t>
            </a:r>
            <a:r>
              <a:rPr lang="pt-PT" dirty="0"/>
              <a:t> </a:t>
            </a:r>
            <a:r>
              <a:rPr lang="pt-PT" dirty="0" err="1"/>
              <a:t>noisy</a:t>
            </a:r>
            <a:r>
              <a:rPr lang="pt-PT" dirty="0"/>
              <a:t> (slang, </a:t>
            </a:r>
            <a:r>
              <a:rPr lang="pt-PT" dirty="0" err="1"/>
              <a:t>typos</a:t>
            </a:r>
            <a:r>
              <a:rPr lang="pt-PT" dirty="0"/>
              <a:t>, </a:t>
            </a:r>
            <a:r>
              <a:rPr lang="pt-PT" dirty="0" err="1"/>
              <a:t>weird</a:t>
            </a:r>
            <a:r>
              <a:rPr lang="pt-PT" dirty="0"/>
              <a:t> </a:t>
            </a:r>
            <a:r>
              <a:rPr lang="pt-PT" dirty="0" err="1"/>
              <a:t>capitalization</a:t>
            </a:r>
            <a:r>
              <a:rPr lang="pt-PT" dirty="0"/>
              <a:t>), </a:t>
            </a:r>
            <a:r>
              <a:rPr lang="pt-PT" dirty="0" err="1"/>
              <a:t>because</a:t>
            </a:r>
            <a:r>
              <a:rPr lang="pt-PT" dirty="0"/>
              <a:t> </a:t>
            </a:r>
            <a:r>
              <a:rPr lang="pt-PT" dirty="0" err="1"/>
              <a:t>hashing</a:t>
            </a:r>
            <a:r>
              <a:rPr lang="pt-PT" dirty="0"/>
              <a:t> </a:t>
            </a:r>
            <a:r>
              <a:rPr lang="pt-PT" dirty="0" err="1"/>
              <a:t>groups</a:t>
            </a:r>
            <a:r>
              <a:rPr lang="pt-PT" dirty="0"/>
              <a:t> </a:t>
            </a:r>
            <a:r>
              <a:rPr lang="pt-PT" dirty="0" err="1"/>
              <a:t>strings</a:t>
            </a:r>
            <a:r>
              <a:rPr lang="pt-PT" dirty="0"/>
              <a:t> </a:t>
            </a:r>
            <a:r>
              <a:rPr lang="pt-PT" dirty="0" err="1"/>
              <a:t>into</a:t>
            </a:r>
            <a:r>
              <a:rPr lang="pt-PT" dirty="0"/>
              <a:t> </a:t>
            </a:r>
            <a:r>
              <a:rPr lang="pt-PT" dirty="0" err="1"/>
              <a:t>buckets</a:t>
            </a:r>
            <a:r>
              <a:rPr lang="pt-PT" dirty="0"/>
              <a:t> </a:t>
            </a:r>
            <a:r>
              <a:rPr lang="pt-PT" dirty="0" err="1"/>
              <a:t>it</a:t>
            </a:r>
            <a:r>
              <a:rPr lang="pt-PT" dirty="0"/>
              <a:t> </a:t>
            </a:r>
            <a:r>
              <a:rPr lang="pt-PT" dirty="0" err="1"/>
              <a:t>becomes</a:t>
            </a:r>
            <a:r>
              <a:rPr lang="pt-PT" dirty="0"/>
              <a:t> </a:t>
            </a:r>
            <a:r>
              <a:rPr lang="pt-PT" dirty="0" err="1"/>
              <a:t>robust</a:t>
            </a:r>
            <a:r>
              <a:rPr lang="pt-PT" dirty="0"/>
              <a:t> to noise </a:t>
            </a:r>
            <a:r>
              <a:rPr lang="pt-PT" dirty="0" err="1"/>
              <a:t>while</a:t>
            </a:r>
            <a:r>
              <a:rPr lang="pt-PT" dirty="0"/>
              <a:t> </a:t>
            </a:r>
            <a:r>
              <a:rPr lang="pt-PT" dirty="0" err="1"/>
              <a:t>still</a:t>
            </a:r>
            <a:r>
              <a:rPr lang="pt-PT" dirty="0"/>
              <a:t> </a:t>
            </a:r>
            <a:r>
              <a:rPr lang="pt-PT" dirty="0" err="1"/>
              <a:t>being</a:t>
            </a:r>
            <a:r>
              <a:rPr lang="pt-PT" dirty="0"/>
              <a:t> a </a:t>
            </a:r>
            <a:r>
              <a:rPr lang="pt-PT" dirty="0" err="1"/>
              <a:t>sparse</a:t>
            </a:r>
            <a:r>
              <a:rPr lang="pt-PT" dirty="0"/>
              <a:t> </a:t>
            </a:r>
            <a:r>
              <a:rPr lang="pt-PT" dirty="0" err="1"/>
              <a:t>representation</a:t>
            </a:r>
            <a:r>
              <a:rPr lang="pt-PT" dirty="0"/>
              <a:t> </a:t>
            </a:r>
            <a:r>
              <a:rPr lang="pt-PT" dirty="0" err="1"/>
              <a:t>which</a:t>
            </a:r>
            <a:r>
              <a:rPr lang="pt-PT" dirty="0"/>
              <a:t> </a:t>
            </a:r>
            <a:r>
              <a:rPr lang="pt-PT" dirty="0" err="1"/>
              <a:t>makes</a:t>
            </a:r>
            <a:r>
              <a:rPr lang="pt-PT" dirty="0"/>
              <a:t> </a:t>
            </a:r>
            <a:r>
              <a:rPr lang="pt-PT" dirty="0" err="1"/>
              <a:t>it</a:t>
            </a:r>
            <a:r>
              <a:rPr lang="pt-PT" dirty="0"/>
              <a:t> </a:t>
            </a:r>
            <a:r>
              <a:rPr lang="pt-PT" dirty="0" err="1"/>
              <a:t>the</a:t>
            </a:r>
            <a:r>
              <a:rPr lang="pt-PT" dirty="0"/>
              <a:t> </a:t>
            </a:r>
            <a:r>
              <a:rPr lang="pt-PT" dirty="0" err="1"/>
              <a:t>best</a:t>
            </a:r>
            <a:r>
              <a:rPr lang="pt-PT" dirty="0"/>
              <a:t> </a:t>
            </a:r>
            <a:r>
              <a:rPr lang="pt-PT" dirty="0" err="1"/>
              <a:t>feature</a:t>
            </a:r>
            <a:r>
              <a:rPr lang="pt-PT" dirty="0"/>
              <a:t> </a:t>
            </a:r>
            <a:r>
              <a:rPr lang="pt-PT" dirty="0" err="1"/>
              <a:t>representation</a:t>
            </a:r>
            <a:r>
              <a:rPr lang="pt-PT" dirty="0"/>
              <a:t> </a:t>
            </a:r>
            <a:r>
              <a:rPr lang="pt-PT" dirty="0" err="1"/>
              <a:t>possible</a:t>
            </a:r>
            <a:r>
              <a:rPr lang="pt-PT" dirty="0"/>
              <a:t> for </a:t>
            </a:r>
            <a:r>
              <a:rPr lang="pt-PT" dirty="0" err="1"/>
              <a:t>this</a:t>
            </a:r>
            <a:r>
              <a:rPr lang="pt-PT" dirty="0"/>
              <a:t> </a:t>
            </a:r>
            <a:r>
              <a:rPr lang="pt-PT" dirty="0" err="1"/>
              <a:t>problem</a:t>
            </a:r>
            <a:r>
              <a:rPr lang="pt-PT" dirty="0"/>
              <a:t>.</a:t>
            </a:r>
          </a:p>
          <a:p>
            <a:pPr marL="285750" indent="-285750">
              <a:buFont typeface="Arial" panose="020B0604020202020204" pitchFamily="34" charset="0"/>
              <a:buChar char="•"/>
            </a:pPr>
            <a:endParaRPr lang="pt-PT" dirty="0"/>
          </a:p>
          <a:p>
            <a:pPr marL="285750" indent="-285750">
              <a:buFont typeface="Arial" panose="020B0604020202020204" pitchFamily="34" charset="0"/>
              <a:buChar char="•"/>
            </a:pPr>
            <a:r>
              <a:rPr lang="pt-PT" b="1" dirty="0" err="1"/>
              <a:t>Ngrams</a:t>
            </a:r>
            <a:r>
              <a:rPr lang="pt-PT" b="1" dirty="0"/>
              <a:t> </a:t>
            </a:r>
            <a:r>
              <a:rPr lang="pt-PT" b="1" dirty="0" err="1"/>
              <a:t>was</a:t>
            </a:r>
            <a:r>
              <a:rPr lang="pt-PT" b="1" dirty="0"/>
              <a:t> </a:t>
            </a:r>
            <a:r>
              <a:rPr lang="pt-PT" b="1" dirty="0" err="1"/>
              <a:t>terrible</a:t>
            </a:r>
            <a:r>
              <a:rPr lang="pt-PT" b="1" dirty="0"/>
              <a:t>: </a:t>
            </a:r>
            <a:r>
              <a:rPr lang="en-US" dirty="0" err="1"/>
              <a:t>Ngrams</a:t>
            </a:r>
            <a:r>
              <a:rPr lang="en-US" dirty="0"/>
              <a:t> failed because they are the mathematical opposite of Hashing: while Hashing succeeds by constraining the feature space into 10,000 noise-absorbing "buckets," N-grams trigger a combinatorial explosion of columns that lead the highest average time (</a:t>
            </a:r>
            <a:r>
              <a:rPr lang="en-US" dirty="0" err="1"/>
              <a:t>7x</a:t>
            </a:r>
            <a:r>
              <a:rPr lang="en-US" dirty="0"/>
              <a:t> more than Hashing’s time). This hyper-sparsity where unique 3-word phrases in noisy social media text appear only once forces the model to overfit.</a:t>
            </a:r>
          </a:p>
          <a:p>
            <a:pPr marL="285750" indent="-285750">
              <a:buFont typeface="Arial" panose="020B0604020202020204" pitchFamily="34" charset="0"/>
              <a:buChar char="•"/>
            </a:pPr>
            <a:endParaRPr lang="pt-PT" b="1" dirty="0"/>
          </a:p>
          <a:p>
            <a:endParaRPr lang="pt-PT" dirty="0"/>
          </a:p>
        </p:txBody>
      </p:sp>
    </p:spTree>
    <p:extLst>
      <p:ext uri="{BB962C8B-B14F-4D97-AF65-F5344CB8AC3E}">
        <p14:creationId xmlns:p14="http://schemas.microsoft.com/office/powerpoint/2010/main" val="261876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11807-9ECB-0D87-A9FB-65842958D7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DE4A79-160D-2921-BD6B-696183EE8DC7}"/>
              </a:ext>
            </a:extLst>
          </p:cNvPr>
          <p:cNvSpPr>
            <a:spLocks noGrp="1"/>
          </p:cNvSpPr>
          <p:nvPr>
            <p:ph type="title"/>
          </p:nvPr>
        </p:nvSpPr>
        <p:spPr>
          <a:xfrm>
            <a:off x="594519" y="475560"/>
            <a:ext cx="11002962" cy="823913"/>
          </a:xfrm>
        </p:spPr>
        <p:txBody>
          <a:bodyPr rtlCol="0"/>
          <a:lstStyle/>
          <a:p>
            <a:r>
              <a:rPr lang="pt-PT" sz="4400" dirty="0"/>
              <a:t>ERROR </a:t>
            </a:r>
            <a:r>
              <a:rPr lang="pt-PT" sz="4400" dirty="0" err="1"/>
              <a:t>ANALYSIS</a:t>
            </a:r>
            <a:endParaRPr lang="pt-PT" sz="4400" noProof="1"/>
          </a:p>
        </p:txBody>
      </p:sp>
      <p:sp>
        <p:nvSpPr>
          <p:cNvPr id="3" name="Marcador de Posição do Número do Diapositivo 2">
            <a:extLst>
              <a:ext uri="{FF2B5EF4-FFF2-40B4-BE49-F238E27FC236}">
                <a16:creationId xmlns:a16="http://schemas.microsoft.com/office/drawing/2014/main" id="{3059FCAD-6F19-E6C1-B1D4-392CCB2D2153}"/>
              </a:ext>
            </a:extLst>
          </p:cNvPr>
          <p:cNvSpPr>
            <a:spLocks noGrp="1"/>
          </p:cNvSpPr>
          <p:nvPr>
            <p:ph type="sldNum" sz="quarter" idx="11"/>
          </p:nvPr>
        </p:nvSpPr>
        <p:spPr/>
        <p:txBody>
          <a:bodyPr rtlCol="0"/>
          <a:lstStyle/>
          <a:p>
            <a:pPr rtl="0"/>
            <a:fld id="{8C2E478F-E849-4A8C-AF1F-CBCC78A7CBFA}" type="slidenum">
              <a:rPr lang="pt-PT" noProof="1" dirty="0" smtClean="0"/>
              <a:t>10</a:t>
            </a:fld>
            <a:endParaRPr lang="pt-PT" noProof="1"/>
          </a:p>
        </p:txBody>
      </p:sp>
      <p:sp>
        <p:nvSpPr>
          <p:cNvPr id="4" name="TextBox 3">
            <a:extLst>
              <a:ext uri="{FF2B5EF4-FFF2-40B4-BE49-F238E27FC236}">
                <a16:creationId xmlns:a16="http://schemas.microsoft.com/office/drawing/2014/main" id="{849C34F5-21FE-E9E9-6D22-C269146CDADA}"/>
              </a:ext>
            </a:extLst>
          </p:cNvPr>
          <p:cNvSpPr txBox="1"/>
          <p:nvPr/>
        </p:nvSpPr>
        <p:spPr>
          <a:xfrm>
            <a:off x="594519" y="1743093"/>
            <a:ext cx="10954750" cy="4524315"/>
          </a:xfrm>
          <a:prstGeom prst="rect">
            <a:avLst/>
          </a:prstGeom>
          <a:noFill/>
        </p:spPr>
        <p:txBody>
          <a:bodyPr wrap="square" rtlCol="0">
            <a:spAutoFit/>
          </a:bodyPr>
          <a:lstStyle/>
          <a:p>
            <a:pPr marL="285750" indent="-285750">
              <a:buFont typeface="Arial" panose="020B0604020202020204" pitchFamily="34" charset="0"/>
              <a:buChar char="•"/>
            </a:pPr>
            <a:r>
              <a:rPr lang="pt-PT" b="1" dirty="0" err="1"/>
              <a:t>XGBoost</a:t>
            </a:r>
            <a:r>
              <a:rPr lang="pt-PT" b="1" dirty="0"/>
              <a:t> </a:t>
            </a:r>
            <a:r>
              <a:rPr lang="pt-PT" b="1" dirty="0" err="1"/>
              <a:t>horrible</a:t>
            </a:r>
            <a:r>
              <a:rPr lang="pt-PT" b="1" dirty="0"/>
              <a:t> </a:t>
            </a:r>
            <a:r>
              <a:rPr lang="pt-PT" b="1" dirty="0" err="1"/>
              <a:t>on</a:t>
            </a:r>
            <a:r>
              <a:rPr lang="pt-PT" b="1" dirty="0"/>
              <a:t> </a:t>
            </a:r>
            <a:r>
              <a:rPr lang="pt-PT" b="1" dirty="0" err="1"/>
              <a:t>sparse</a:t>
            </a:r>
            <a:r>
              <a:rPr lang="pt-PT" b="1" dirty="0"/>
              <a:t> </a:t>
            </a:r>
            <a:r>
              <a:rPr lang="pt-PT" b="1" dirty="0" err="1"/>
              <a:t>representations</a:t>
            </a:r>
            <a:r>
              <a:rPr lang="pt-PT" b="1" dirty="0"/>
              <a:t>: </a:t>
            </a:r>
            <a:r>
              <a:rPr lang="pt-PT" dirty="0" err="1"/>
              <a:t>How</a:t>
            </a:r>
            <a:r>
              <a:rPr lang="pt-PT" dirty="0"/>
              <a:t> can </a:t>
            </a:r>
            <a:r>
              <a:rPr lang="pt-PT" dirty="0" err="1"/>
              <a:t>decision</a:t>
            </a:r>
            <a:r>
              <a:rPr lang="pt-PT" dirty="0"/>
              <a:t> </a:t>
            </a:r>
            <a:r>
              <a:rPr lang="pt-PT" dirty="0" err="1"/>
              <a:t>trees</a:t>
            </a:r>
            <a:r>
              <a:rPr lang="pt-PT" dirty="0"/>
              <a:t> </a:t>
            </a:r>
            <a:r>
              <a:rPr lang="pt-PT" dirty="0" err="1"/>
              <a:t>find</a:t>
            </a:r>
            <a:r>
              <a:rPr lang="pt-PT" dirty="0"/>
              <a:t> </a:t>
            </a:r>
            <a:r>
              <a:rPr lang="pt-PT" dirty="0" err="1"/>
              <a:t>where</a:t>
            </a:r>
            <a:r>
              <a:rPr lang="pt-PT" dirty="0"/>
              <a:t> to </a:t>
            </a:r>
            <a:r>
              <a:rPr lang="pt-PT" dirty="0" err="1"/>
              <a:t>split</a:t>
            </a:r>
            <a:r>
              <a:rPr lang="pt-PT" dirty="0"/>
              <a:t> </a:t>
            </a:r>
            <a:r>
              <a:rPr lang="pt-PT" dirty="0" err="1"/>
              <a:t>when</a:t>
            </a:r>
            <a:r>
              <a:rPr lang="pt-PT" dirty="0"/>
              <a:t> a TF-IDF </a:t>
            </a:r>
            <a:r>
              <a:rPr lang="pt-PT" dirty="0" err="1"/>
              <a:t>matrix</a:t>
            </a:r>
            <a:r>
              <a:rPr lang="pt-PT" dirty="0"/>
              <a:t> </a:t>
            </a:r>
            <a:r>
              <a:rPr lang="pt-PT" dirty="0" err="1"/>
              <a:t>is</a:t>
            </a:r>
            <a:r>
              <a:rPr lang="pt-PT" dirty="0"/>
              <a:t> 99% zeros?</a:t>
            </a:r>
          </a:p>
          <a:p>
            <a:pPr marL="285750" indent="-285750">
              <a:buFont typeface="Arial" panose="020B0604020202020204" pitchFamily="34" charset="0"/>
              <a:buChar char="•"/>
            </a:pPr>
            <a:endParaRPr lang="pt-PT" b="1" dirty="0"/>
          </a:p>
          <a:p>
            <a:pPr marL="285750" indent="-285750">
              <a:buFont typeface="Arial" panose="020B0604020202020204" pitchFamily="34" charset="0"/>
              <a:buChar char="•"/>
            </a:pPr>
            <a:r>
              <a:rPr lang="pt-PT" b="1" dirty="0"/>
              <a:t>Short </a:t>
            </a:r>
            <a:r>
              <a:rPr lang="pt-PT" b="1" dirty="0" err="1"/>
              <a:t>text</a:t>
            </a:r>
            <a:r>
              <a:rPr lang="pt-PT" b="1" dirty="0"/>
              <a:t> </a:t>
            </a:r>
            <a:r>
              <a:rPr lang="pt-PT" b="1" dirty="0" err="1"/>
              <a:t>consequences</a:t>
            </a:r>
            <a:r>
              <a:rPr lang="pt-PT" b="1" dirty="0"/>
              <a:t>. </a:t>
            </a:r>
            <a:r>
              <a:rPr lang="en-US" dirty="0" err="1"/>
              <a:t>SentimentLDA</a:t>
            </a:r>
            <a:r>
              <a:rPr lang="en-US" dirty="0"/>
              <a:t> was poor, HMM was poor. </a:t>
            </a:r>
            <a:r>
              <a:rPr lang="en-US" dirty="0" err="1"/>
              <a:t>LDA</a:t>
            </a:r>
            <a:r>
              <a:rPr lang="en-US" dirty="0"/>
              <a:t> requires words co-</a:t>
            </a:r>
            <a:r>
              <a:rPr lang="en-US" dirty="0" err="1"/>
              <a:t>occurently</a:t>
            </a:r>
            <a:r>
              <a:rPr lang="en-US" dirty="0"/>
              <a:t> frequently within the same document to find topics (</a:t>
            </a:r>
            <a:r>
              <a:rPr lang="en-US" dirty="0" err="1"/>
              <a:t>lda</a:t>
            </a:r>
            <a:r>
              <a:rPr lang="en-US" dirty="0"/>
              <a:t> = clustering), and HMM is designed for identifying continuous sequences in a same document, a 15 word YouTube comment just doesn’t work.</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Linguistic was decent. </a:t>
            </a:r>
            <a:r>
              <a:rPr lang="en-US" dirty="0"/>
              <a:t>We could prove that the way a user types is often as important as what they type</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Dense embeddings (</a:t>
            </a:r>
            <a:r>
              <a:rPr lang="en-US" b="1" dirty="0" err="1"/>
              <a:t>Word2Vec</a:t>
            </a:r>
            <a:r>
              <a:rPr lang="en-US" b="1" dirty="0"/>
              <a:t> and </a:t>
            </a:r>
            <a:r>
              <a:rPr lang="en-US" b="1" dirty="0" err="1"/>
              <a:t>FastText</a:t>
            </a:r>
            <a:r>
              <a:rPr lang="en-US" b="1" dirty="0"/>
              <a:t>) were decent: </a:t>
            </a:r>
            <a:r>
              <a:rPr lang="en-US" dirty="0"/>
              <a:t>These were ultimately held back by mean pooling. Averaging all word vectors reduces noise and complexity, yet it also weakens key signals—especially in short texts where one or two words carry most of the meaning. By blending important keywords with neutral words, the final vector becomes diluted, making it harder for models to detect strong indicators. While these dense, non-zero matrices successfully rescued </a:t>
            </a:r>
            <a:r>
              <a:rPr lang="en-US" dirty="0" err="1"/>
              <a:t>XGBoost</a:t>
            </a:r>
            <a:r>
              <a:rPr lang="en-US" dirty="0"/>
              <a:t> by giving its decision trees actual numbers to split on, the averaging process diluted the pure, isolated keyword impact that made sparse representations so exceptionally effective for the linear models. </a:t>
            </a:r>
            <a:r>
              <a:rPr lang="en-US" b="1" dirty="0"/>
              <a:t>Example in end of </a:t>
            </a:r>
            <a:r>
              <a:rPr lang="en-US" b="1" dirty="0" err="1"/>
              <a:t>jupyter</a:t>
            </a:r>
            <a:r>
              <a:rPr lang="en-US" b="1" dirty="0"/>
              <a:t> notebook.</a:t>
            </a:r>
          </a:p>
        </p:txBody>
      </p:sp>
    </p:spTree>
    <p:extLst>
      <p:ext uri="{BB962C8B-B14F-4D97-AF65-F5344CB8AC3E}">
        <p14:creationId xmlns:p14="http://schemas.microsoft.com/office/powerpoint/2010/main" val="1093895966"/>
      </p:ext>
    </p:extLst>
  </p:cSld>
  <p:clrMapOvr>
    <a:masterClrMapping/>
  </p:clrMapOvr>
</p:sld>
</file>

<file path=ppt/theme/theme1.xml><?xml version="1.0" encoding="utf-8"?>
<a:theme xmlns:a="http://schemas.openxmlformats.org/drawingml/2006/main" name="Tema do Offic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0139661_TF55661986_Win32" id="{8BC96D4D-B984-4098-9E74-867FD5571369}" vid="{7E9B6FBF-3698-4D3D-8188-35885E1D5A54}"/>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Apresentação técnica</Template>
  <TotalTime>481</TotalTime>
  <Words>1167</Words>
  <Application>Microsoft Office PowerPoint</Application>
  <PresentationFormat>Widescreen</PresentationFormat>
  <Paragraphs>82</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Biome Light</vt:lpstr>
      <vt:lpstr>Calibri</vt:lpstr>
      <vt:lpstr>Calibri Light</vt:lpstr>
      <vt:lpstr>Wingdings</vt:lpstr>
      <vt:lpstr>Tema do Office</vt:lpstr>
      <vt:lpstr>Natural language processing</vt:lpstr>
      <vt:lpstr>introduction</vt:lpstr>
      <vt:lpstr>EDA</vt:lpstr>
      <vt:lpstr>PRE-PROCESSING</vt:lpstr>
      <vt:lpstr>Wordcloud per label</vt:lpstr>
      <vt:lpstr>feature representation AND MODELS</vt:lpstr>
      <vt:lpstr>Results</vt:lpstr>
      <vt:lpstr>results</vt:lpstr>
      <vt:lpstr>ERROR ANALYSIS</vt:lpstr>
      <vt:lpstr>ERROR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Luís Pedro Neto Fiunte</dc:creator>
  <cp:lastModifiedBy>Luís Pedro Neto Fiunte</cp:lastModifiedBy>
  <cp:revision>4</cp:revision>
  <dcterms:created xsi:type="dcterms:W3CDTF">2026-04-12T00:19:52Z</dcterms:created>
  <dcterms:modified xsi:type="dcterms:W3CDTF">2026-04-12T18:48:38Z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